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60000456fd4d24" /><Relationship Type="http://schemas.openxmlformats.org/officeDocument/2006/relationships/extended-properties" Target="/docProps/app.xml" Id="Rd95497118c054909" /><Relationship Type="http://schemas.openxmlformats.org/officeDocument/2006/relationships/officeDocument" Target="/ppt/presentation.xml" Id="R22ea4c76cf6c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4c796815d643d1"/>
  </p:sldMasterIdLst>
  <p:notesMasterIdLst>
    <p:notesMasterId xmlns:r="http://schemas.openxmlformats.org/officeDocument/2006/relationships" r:id="R129aed887f574904"/>
  </p:notesMasterIdLst>
  <p:sldIdLst>
    <p:sldId xmlns:r="http://schemas.openxmlformats.org/officeDocument/2006/relationships" id="256" r:id="Rf5c864c77fba4072"/>
    <p:sldId xmlns:r="http://schemas.openxmlformats.org/officeDocument/2006/relationships" id="257" r:id="R30dc38631935429e"/>
    <p:sldId xmlns:r="http://schemas.openxmlformats.org/officeDocument/2006/relationships" id="258" r:id="R60d98481b6f04b09"/>
    <p:sldId xmlns:r="http://schemas.openxmlformats.org/officeDocument/2006/relationships" id="259" r:id="Refac47307ea24fcc"/>
    <p:sldId xmlns:r="http://schemas.openxmlformats.org/officeDocument/2006/relationships" id="260" r:id="Rd6aaaa3dfbb54986"/>
  </p:sldIdLst>
  <p:sldSz cx="10693432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c6282baaa49ef" /><Relationship Type="http://schemas.openxmlformats.org/officeDocument/2006/relationships/slideMaster" Target="/ppt/slideMasters/slideMaster1.xml" Id="R444c796815d643d1" /><Relationship Type="http://schemas.openxmlformats.org/officeDocument/2006/relationships/notesMaster" Target="/ppt/notesMasters/notesMaster1.xml" Id="R129aed887f574904" /><Relationship Type="http://schemas.openxmlformats.org/officeDocument/2006/relationships/presProps" Target="/ppt/presProps.xml" Id="R49bac74bd2d74fdd" /><Relationship Type="http://schemas.openxmlformats.org/officeDocument/2006/relationships/tableStyles" Target="/ppt/tableStyles.xml" Id="R97d1d481f47e4b69" /><Relationship Type="http://schemas.openxmlformats.org/officeDocument/2006/relationships/slide" Target="/ppt/slides/slide1.xml" Id="Rf5c864c77fba4072" /><Relationship Type="http://schemas.openxmlformats.org/officeDocument/2006/relationships/slide" Target="/ppt/slides/slide2.xml" Id="R30dc38631935429e" /><Relationship Type="http://schemas.openxmlformats.org/officeDocument/2006/relationships/slide" Target="/ppt/slides/slide3.xml" Id="R60d98481b6f04b09" /><Relationship Type="http://schemas.openxmlformats.org/officeDocument/2006/relationships/slide" Target="/ppt/slides/slide4.xml" Id="Refac47307ea24fcc" /><Relationship Type="http://schemas.openxmlformats.org/officeDocument/2006/relationships/slide" Target="/ppt/slides/slide5.xml" Id="Rd6aaaa3dfbb549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fe237976894e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c4f2635d704f8e" /><Relationship Type="http://schemas.openxmlformats.org/officeDocument/2006/relationships/notesMaster" Target="/ppt/notesMasters/notesMaster1.xml" Id="R59168f16a8a94d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4ac5df4fd45a5" /><Relationship Type="http://schemas.openxmlformats.org/officeDocument/2006/relationships/notesMaster" Target="/ppt/notesMasters/notesMaster1.xml" Id="R7db7600e4a3f45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08cc2751941dd" /><Relationship Type="http://schemas.openxmlformats.org/officeDocument/2006/relationships/notesMaster" Target="/ppt/notesMasters/notesMaster1.xml" Id="R801c7096946e41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08b8589134606" /><Relationship Type="http://schemas.openxmlformats.org/officeDocument/2006/relationships/notesMaster" Target="/ppt/notesMasters/notesMaster1.xml" Id="R9e25c95ee7ae4b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82a41603a2459f" /><Relationship Type="http://schemas.openxmlformats.org/officeDocument/2006/relationships/notesMaster" Target="/ppt/notesMasters/notesMaster1.xml" Id="Rb568b978ac6e43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7f021485c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3c32c76704c35" /><Relationship Type="http://schemas.openxmlformats.org/officeDocument/2006/relationships/slideLayout" Target="/ppt/slideLayouts/slideLayout1.xml" Id="Ra927fa04231e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7fa04231e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c9504c974446d" /><Relationship Type="http://schemas.openxmlformats.org/officeDocument/2006/relationships/notesSlide" Target="/ppt/notesSlides/notesSlide1.xml" Id="Rb88d5971c2f94d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0df3c923a4a3d" /><Relationship Type="http://schemas.openxmlformats.org/officeDocument/2006/relationships/notesSlide" Target="/ppt/notesSlides/notesSlide2.xml" Id="R44dd64fc360d4d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14034e12428e" /><Relationship Type="http://schemas.openxmlformats.org/officeDocument/2006/relationships/notesSlide" Target="/ppt/notesSlides/notesSlide3.xml" Id="R2de6c669e6e240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8e3af84644837" /><Relationship Type="http://schemas.openxmlformats.org/officeDocument/2006/relationships/notesSlide" Target="/ppt/notesSlides/notesSlide4.xml" Id="R885c910706ba44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9ac691b8a42f5" /><Relationship Type="http://schemas.openxmlformats.org/officeDocument/2006/relationships/notesSlide" Target="/ppt/notesSlides/notesSlide5.xml" Id="R64b56ed52c57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기관명">
            <a:extLst xmlns:a="http://schemas.openxmlformats.org/drawingml/2006/main">
              <a:ext uri="{FF2B5EF4-FFF2-40B4-BE49-F238E27FC236}">
                <a16:creationId xmlns:a16="http://schemas.microsoft.com/office/drawing/2014/main" id="{E0BCA790-85F1-4750-9FE3-8DF392C1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공정거래위원회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2D83783-E67B-4C4A-B32D-C72B985E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기구 개요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89AA9297-AD28-4F19-B58C-A46969E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2025.10.13.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35C129-32EE-44BC-9720-D02B489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DDE3D70-01F7-4CFC-80AA-4A38491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5432E7-1CF2-4AA6-89AD-70BD8A0B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2658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A4B807-891C-4163-B032-9F39E42A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51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80B281-F5AB-49B1-80DC-EE58C17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857690-252E-4562-AE46-40616016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53" y="2237994"/>
            <a:ext cx="2718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0E0B54B-5E8C-4471-97F8-70038B52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75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D56138-A405-496E-8110-8BC14BCA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077903-7C0E-45E6-922F-65FFB775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2237994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D415DB-CF7C-4A05-B04C-9F5A0EB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015C32-FCE7-4591-B595-1A7883F7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7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16717C-0C62-4D09-BEA5-F711797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71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C04FD0-F87E-4561-B2E2-47B1FC57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3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9465B8B-51A4-4AF4-A3FA-2CAB7DE5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51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C935B6C-19AD-420E-BA16-038B161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D758F7-B853-4E13-9DD6-B249D315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35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D1893A4-0568-49DF-8853-77530C8B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D96FE6-3282-41F0-B308-566A912D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E473501-5E46-4750-9341-7EB5E01A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9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E3C2FA-E967-40A7-8FDD-6D3F9C5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1E364F-CC3D-4522-873F-DDFAA48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4228719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E363C42-EC56-4FA5-AEEA-A3D2FAC6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03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BECD1F6-8615-4C58-B35E-BBFCAE7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E78C4B-DE61-4B0D-9D2B-E3A63B8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B604169-07A5-4047-BF8B-E014F942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2B77C20-8AFF-4F86-AA87-86FE8202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55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D223B38-8F25-4325-A26C-07710D9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4228719"/>
            <a:ext cx="13594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3CD4963-454F-4DC5-84D1-6B642E5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07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5CC975-4D37-41F7-BD44-8ACAD13D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D82DDF1-D6DC-451C-8F8A-E4737813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71" y="2237994"/>
            <a:ext cx="40784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B865F9-F170-41CC-A175-0CD6718E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7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55C7E9-EE91-4618-B6CE-0B0264B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71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C3305E-D480-43F3-8416-83A52C8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4228719"/>
            <a:ext cx="4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ED06B2-9703-41C6-B389-CC76DF3F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1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EF346B3-DEF2-498F-8840-CDA252B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FF451CF-3785-4FBB-A740-8389135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5316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CCDDEC-7E18-4A04-B7A4-5FC509CD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2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AA683CA-7151-4AE0-BFE2-A4FB7240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63BEDEE-3B95-405D-918B-2C72E24F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6252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9958A9-3D0E-4B41-A972-2EDC83F8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0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4" name="조직-n-8df81214">
            <a:extLst xmlns:a="http://schemas.openxmlformats.org/drawingml/2006/main">
              <a:ext uri="{FF2B5EF4-FFF2-40B4-BE49-F238E27FC236}">
                <a16:creationId xmlns:a16="http://schemas.microsoft.com/office/drawing/2014/main" id="{39E27B05-12EE-41B3-88CE-D0BB511A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93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위원장</a:t>
            </a:r>
          </a:p>
        </p:txBody>
      </p:sp>
      <p:sp>
        <p:nvSpPr>
          <p:cNvPr id="45" name="조직-n-d02ea452">
            <a:extLst xmlns:a="http://schemas.openxmlformats.org/drawingml/2006/main">
              <a:ext uri="{FF2B5EF4-FFF2-40B4-BE49-F238E27FC236}">
                <a16:creationId xmlns:a16="http://schemas.microsoft.com/office/drawing/2014/main" id="{9FA2ED65-022F-4838-AFC8-3C02559F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41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EC6F0"/>
          </a:solidFill>
          <a:ln xmlns:a="http://schemas.openxmlformats.org/drawingml/2006/main" w="10954">
            <a:solidFill>
              <a:srgbClr val="00004E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부위원장</a:t>
            </a:r>
          </a:p>
        </p:txBody>
      </p:sp>
      <p:sp>
        <p:nvSpPr>
          <p:cNvPr id="46" name="조직-n-e9f8e82f">
            <a:extLst xmlns:a="http://schemas.openxmlformats.org/drawingml/2006/main">
              <a:ext uri="{FF2B5EF4-FFF2-40B4-BE49-F238E27FC236}">
                <a16:creationId xmlns:a16="http://schemas.microsoft.com/office/drawing/2014/main" id="{10C96E28-AEC1-4847-9D4E-E5910F5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사무처 (가)</a:t>
            </a:r>
          </a:p>
        </p:txBody>
      </p:sp>
      <p:sp>
        <p:nvSpPr>
          <p:cNvPr id="47" name="조직-n-195e69d7">
            <a:extLst xmlns:a="http://schemas.openxmlformats.org/drawingml/2006/main">
              <a:ext uri="{FF2B5EF4-FFF2-40B4-BE49-F238E27FC236}">
                <a16:creationId xmlns:a16="http://schemas.microsoft.com/office/drawing/2014/main" id="{E0433E9B-D828-46CD-B204-EBA73848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966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54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심판관리관 (나)</a:t>
            </a:r>
          </a:p>
        </p:txBody>
      </p:sp>
      <p:sp>
        <p:nvSpPr>
          <p:cNvPr id="48" name="조직-n-0b1f935e">
            <a:extLst xmlns:a="http://schemas.openxmlformats.org/drawingml/2006/main">
              <a:ext uri="{FF2B5EF4-FFF2-40B4-BE49-F238E27FC236}">
                <a16:creationId xmlns:a16="http://schemas.microsoft.com/office/drawing/2014/main" id="{A2B37435-EBE0-4F0C-ACD4-24C979D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287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감사담당관</a:t>
            </a:r>
          </a:p>
        </p:txBody>
      </p:sp>
      <p:sp>
        <p:nvSpPr>
          <p:cNvPr id="49" name="조직-n-618c7eaf">
            <a:extLst xmlns:a="http://schemas.openxmlformats.org/drawingml/2006/main">
              <a:ext uri="{FF2B5EF4-FFF2-40B4-BE49-F238E27FC236}">
                <a16:creationId xmlns:a16="http://schemas.microsoft.com/office/drawing/2014/main" id="{A6D1C977-82C3-467D-8937-F1CECA1E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918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기획조정관 (나)</a:t>
            </a:r>
          </a:p>
        </p:txBody>
      </p:sp>
      <p:sp>
        <p:nvSpPr>
          <p:cNvPr id="50" name="조직-n-5cfe3367">
            <a:extLst xmlns:a="http://schemas.openxmlformats.org/drawingml/2006/main">
              <a:ext uri="{FF2B5EF4-FFF2-40B4-BE49-F238E27FC236}">
                <a16:creationId xmlns:a16="http://schemas.microsoft.com/office/drawing/2014/main" id="{16177FE8-03FD-4BA0-B3B6-B0F90303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09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39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고객지원담당관</a:t>
            </a:r>
          </a:p>
        </p:txBody>
      </p:sp>
      <p:sp>
        <p:nvSpPr>
          <p:cNvPr id="51" name="조직-n-79f6b9b6">
            <a:extLst xmlns:a="http://schemas.openxmlformats.org/drawingml/2006/main">
              <a:ext uri="{FF2B5EF4-FFF2-40B4-BE49-F238E27FC236}">
                <a16:creationId xmlns:a16="http://schemas.microsoft.com/office/drawing/2014/main" id="{99911CCD-8B98-4494-9022-C5C6B41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930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39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기획재정담당관</a:t>
            </a:r>
          </a:p>
        </p:txBody>
      </p:sp>
      <p:sp>
        <p:nvSpPr>
          <p:cNvPr id="52" name="조직-n-fbf09f55">
            <a:extLst xmlns:a="http://schemas.openxmlformats.org/drawingml/2006/main">
              <a:ext uri="{FF2B5EF4-FFF2-40B4-BE49-F238E27FC236}">
                <a16:creationId xmlns:a16="http://schemas.microsoft.com/office/drawing/2014/main" id="{523A5415-DFDD-4AE7-8385-D63D1DC5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251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97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정보화담당관</a:t>
            </a:r>
          </a:p>
        </p:txBody>
      </p:sp>
      <p:sp>
        <p:nvSpPr>
          <p:cNvPr id="53" name="조직-n-3ea7d450">
            <a:extLst xmlns:a="http://schemas.openxmlformats.org/drawingml/2006/main">
              <a:ext uri="{FF2B5EF4-FFF2-40B4-BE49-F238E27FC236}">
                <a16:creationId xmlns:a16="http://schemas.microsoft.com/office/drawing/2014/main" id="{B6BF9AA5-6F89-4509-9E39-E1A3BD0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72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혁신행정법무담당관</a:t>
            </a:r>
          </a:p>
        </p:txBody>
      </p:sp>
      <p:sp>
        <p:nvSpPr>
          <p:cNvPr id="54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37C6FCC6-6BF7-40F8-961E-800054A4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696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(나)</a:t>
            </a:r>
          </a:p>
        </p:txBody>
      </p:sp>
      <p:sp>
        <p:nvSpPr>
          <p:cNvPr id="55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681759A4-F32E-42BF-B8AE-E134106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893" y="5105400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홍보담당관</a:t>
            </a:r>
          </a:p>
        </p:txBody>
      </p:sp>
      <p:sp>
        <p:nvSpPr>
          <p:cNvPr id="56" name="조직-n-218034b2">
            <a:extLst xmlns:a="http://schemas.openxmlformats.org/drawingml/2006/main">
              <a:ext uri="{FF2B5EF4-FFF2-40B4-BE49-F238E27FC236}">
                <a16:creationId xmlns:a16="http://schemas.microsoft.com/office/drawing/2014/main" id="{169DFC1C-0AA6-4DD6-AABC-D82168E9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535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50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비상임위원 4명</a:t>
            </a:r>
          </a:p>
        </p:txBody>
      </p:sp>
      <p:sp>
        <p:nvSpPr>
          <p:cNvPr id="57" name="조직-n-39a702cc">
            <a:extLst xmlns:a="http://schemas.openxmlformats.org/drawingml/2006/main">
              <a:ext uri="{FF2B5EF4-FFF2-40B4-BE49-F238E27FC236}">
                <a16:creationId xmlns:a16="http://schemas.microsoft.com/office/drawing/2014/main" id="{CDA3CE23-675C-4DD8-8D07-4570C21E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856" y="3114675"/>
            <a:ext cx="70693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상임위원 3명 (가)(임)</a:t>
            </a:r>
          </a:p>
        </p:txBody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455CA6-4B69-48F0-957E-EDD9F06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59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95DCCA2D-0FE9-42AD-B8FE-BF8020D7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6D6ED4-B660-4F49-8CE5-189ED8D9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61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A09991F6-177B-4967-BC29-A6F1FF3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62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DCE58AFE-14EC-4BE8-8325-D1FD9621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B36CE704-33BB-46B8-A15D-4A2A3F20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64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2810B233-AFFF-4865-AE96-F9A201B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65" name="쪽번호">
            <a:extLst xmlns:a="http://schemas.openxmlformats.org/drawingml/2006/main">
              <a:ext uri="{FF2B5EF4-FFF2-40B4-BE49-F238E27FC236}">
                <a16:creationId xmlns:a16="http://schemas.microsoft.com/office/drawing/2014/main" id="{06A138EA-4BC2-44CE-9F33-3D55B1BA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1449944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기관명">
            <a:extLst xmlns:a="http://schemas.openxmlformats.org/drawingml/2006/main">
              <a:ext uri="{FF2B5EF4-FFF2-40B4-BE49-F238E27FC236}">
                <a16:creationId xmlns:a16="http://schemas.microsoft.com/office/drawing/2014/main" id="{8680F6DE-441A-4E58-8166-1FB18378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공정거래위원회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134AB5A8-9FE1-449D-BC6B-1C1010BE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B466D029-4E44-4751-9AE7-607F046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2025.10.13.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A9B985-FF88-42FE-A999-7326916F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18E3BBA-084E-4BFA-ACC6-875C4D3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9626D3-DAF8-4849-8328-344736B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2237994"/>
            <a:ext cx="3382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11D66C0-B93B-4238-B618-7C52CE0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767BB5-95AF-4804-AC42-4DDCCA82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DCD384-15F7-4428-B969-5B5AFCA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4272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5FE6F4-19C1-4C31-A1D0-A2B754D4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5053CC-B159-4488-BD41-4F8B647F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984263-C577-4219-98F3-CBB1CF5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424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33489D-CDF2-4601-A9FA-D844E2D6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3309662-4142-4B51-B7BD-180E0152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148CAE6-9F27-4500-A99E-4F423E0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2237994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9E78B2-AF93-4AA2-BDA5-7DFAA6B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CA25778-AC03-4C8D-B9BF-F9010399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697514-3ADF-4AFF-897D-225D493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28484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846F44-4A54-477E-8231-6DCE6FB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3CD2A6-9B24-480C-B129-D00B8D5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DD4A9BD-DEA3-45FB-AFF6-24033E9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126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9D291A8-2253-463F-9544-871F771E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12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A423F7-A9AA-421E-AECF-AC3EFCC5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F396C3E-49BA-450F-8E4B-B7A68AE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4228719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F00954-236B-4DB7-B777-E871998D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23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0FEEF46-2CC5-4175-B6FF-177B56C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1F05C7A-FEBF-4752-873C-409DBD4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B6D87B0-0A4D-414E-AA74-442BC7B9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18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003A31-49C1-4DAB-BD3E-1E0182CA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362F03-4893-460A-974B-3400C5F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071" y="4228719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269964-D99E-4A3B-A880-B07091FC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07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3132EEC-39F5-4AB6-BCC9-EC0B807D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ABB648-34D7-462C-85FA-450F98A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77" y="4228719"/>
            <a:ext cx="1424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C722FC-A199-4ED1-BC7F-9D2E570B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7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B3807D-7DB6-4B0C-9BC9-B0E780D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025A8B-FB5C-40A0-ABB7-D05D773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2110D2-B99A-4767-AECC-9B029EB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8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0FB2C5C-72B7-4573-B276-6182EC59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7057A22-E182-4D84-8AD5-EB3544B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5F9D32-038C-48DB-BFDC-CD0A1DD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C7DE39-35B9-4757-B390-AF66846F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DF1230-0CA2-4421-B4ED-E745C99C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10681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E8D520-E2A4-4936-8A43-C66D73AB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6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E3ED6F8-5FE7-4294-9E99-10C9B89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2A976BE-DB53-4F6E-AD3D-55E81BA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B4796C-179D-4F97-89BE-87BA6FB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6A629B5-2976-4FCA-A823-B11286BB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83A85D-C542-4BD7-AF7B-DF986751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613BA9-0438-4129-9BBC-A0567AD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7D5DD28-7A98-480A-9DC2-BE8704B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EDCDE7-B129-4ACB-8D7E-759D620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C11AC6-CA7B-4E9E-83BA-6A579FD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5259DD-7406-45A9-964E-8EB26129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32" y="4228719"/>
            <a:ext cx="10681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136903-EFB9-4245-A79C-EE781C9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3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335ECDB-4FC3-47BF-AA56-9DB60190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453F721-1536-4B51-8E0A-3195BDFF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1424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8C466AC-74FD-4003-A8BA-FE1CC124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827B48-4D49-458B-935E-9670C8A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C2CA6D-0B3F-4D7C-A3F2-994EDAFD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5001F9-221D-42FD-81DC-A05421DB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0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2A35D1E-4434-48DD-8F8C-D3AE948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A6EE15-30C9-4A9A-BFE0-A4023FD1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345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F21F2B-1D9F-40FD-A9CE-24DD0F4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34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F771794-E393-4A7B-A8E9-147B14E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F4AD0A-864B-4A9A-8DEE-C929B28E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4228719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357127-ACD1-41D3-A770-08A4AC24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328EA21-766D-4F5D-919B-15FAF7E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A67F10-98D5-49BD-9953-D08E8377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372" y="4228719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5E7A79-FB21-4E7E-9AE2-F698435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45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2E64F4-4D06-4C7B-9458-474776A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7EF0903-3DAA-4908-A7E6-BD4642FC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E64FE3D-21D1-4DB2-9C1C-999609C8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07C6C03-813F-4C2C-A50C-A4317EF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04B884-D313-4B9B-82D8-6C98396B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853" y="4228719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B08D6C-A026-4533-8558-E36CA68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85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847ED0-B0CA-4184-AA6E-BC678B1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1A0F277-894D-4896-B55E-87BE47C5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8824285-7F9A-44C8-BD2A-D059F33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962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5E8336F-BAEB-47F9-9FE4-6B9E55E1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21396F-DE67-4F61-81D3-4533A75B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4228719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4D3FE79-43B6-4D15-A602-0579EEA1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D93567-849F-4390-A1AB-9C3CAD2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DF11B3-87FD-4ED5-A5D9-953C30B9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4228719"/>
            <a:ext cx="10681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B508EC-2EC4-4C0A-91B9-E285558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9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91FEF55-2539-41CF-AA83-266EB6D8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9FFC4A0-DA44-401E-A94C-0F1BA47A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579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EDD7CD-1C1C-4817-A31B-FF08316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57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EE1889C-B43E-4C22-A3CE-5EF6FEE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F948BD-6C4B-4F3D-9E72-959FBBB1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208187-D2AF-41CB-8BCE-86F52E1A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74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E349D5-9A61-4344-BFAF-B6A048F1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2BE8976-3C72-4349-9E8B-55F0773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CCFFE9-C35A-4703-A312-012DA47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CE998E-AA06-4607-881D-B356AB9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78056D-A88D-4A72-A753-8633953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ED3E67-7791-4578-9C1D-0458AAF1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7F2C9D-3ABB-4953-9E16-7287D911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70" y="4228719"/>
            <a:ext cx="10681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20F94A-7FF6-4F7C-8696-7769799E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7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7C3875D-6ADC-46FC-9065-62AF2D6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CAC679F-1A4F-4B8B-B3E4-31CFF068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46850C3-9313-4FA7-A3DE-CEC28163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2" name="조직-n-e9f8e82f">
            <a:extLst xmlns:a="http://schemas.openxmlformats.org/drawingml/2006/main">
              <a:ext uri="{FF2B5EF4-FFF2-40B4-BE49-F238E27FC236}">
                <a16:creationId xmlns:a16="http://schemas.microsoft.com/office/drawing/2014/main" id="{EEBA48EA-B3F1-4E8C-8B19-BD4D121F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893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사무처 (가)</a:t>
            </a:r>
          </a:p>
        </p:txBody>
      </p:sp>
      <p:sp>
        <p:nvSpPr>
          <p:cNvPr id="103" name="조직-n-27ed0000">
            <a:extLst xmlns:a="http://schemas.openxmlformats.org/drawingml/2006/main">
              <a:ext uri="{FF2B5EF4-FFF2-40B4-BE49-F238E27FC236}">
                <a16:creationId xmlns:a16="http://schemas.microsoft.com/office/drawing/2014/main" id="{A067981D-02F1-4A42-82BD-494BAB1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59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경쟁정책국 (나)</a:t>
            </a:r>
          </a:p>
        </p:txBody>
      </p:sp>
      <p:sp>
        <p:nvSpPr>
          <p:cNvPr id="104" name="조직-n-3ad38e52">
            <a:extLst xmlns:a="http://schemas.openxmlformats.org/drawingml/2006/main">
              <a:ext uri="{FF2B5EF4-FFF2-40B4-BE49-F238E27FC236}">
                <a16:creationId xmlns:a16="http://schemas.microsoft.com/office/drawing/2014/main" id="{C1572210-E2F8-49D1-9D8E-DE9ED76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58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(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5" name="조직-n-9f40aafc">
            <a:extLst xmlns:a="http://schemas.openxmlformats.org/drawingml/2006/main">
              <a:ext uri="{FF2B5EF4-FFF2-40B4-BE49-F238E27FC236}">
                <a16:creationId xmlns:a16="http://schemas.microsoft.com/office/drawing/2014/main" id="{52D6C735-0477-4CDB-9FCC-A4263C4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13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6" name="조직-n-b8ef7743">
            <a:extLst xmlns:a="http://schemas.openxmlformats.org/drawingml/2006/main">
              <a:ext uri="{FF2B5EF4-FFF2-40B4-BE49-F238E27FC236}">
                <a16:creationId xmlns:a16="http://schemas.microsoft.com/office/drawing/2014/main" id="{2FAE46FD-AD6A-4795-BD36-12D46DB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68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7" name="조직-n-7de68d4e">
            <a:extLst xmlns:a="http://schemas.openxmlformats.org/drawingml/2006/main">
              <a:ext uri="{FF2B5EF4-FFF2-40B4-BE49-F238E27FC236}">
                <a16:creationId xmlns:a16="http://schemas.microsoft.com/office/drawing/2014/main" id="{7D678B43-C5FD-4EBA-B4CF-D497D82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22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8" name="조직-n-03186fb8">
            <a:extLst xmlns:a="http://schemas.openxmlformats.org/drawingml/2006/main">
              <a:ext uri="{FF2B5EF4-FFF2-40B4-BE49-F238E27FC236}">
                <a16:creationId xmlns:a16="http://schemas.microsoft.com/office/drawing/2014/main" id="{128936F9-FDA5-4DD0-9DB6-DF79B34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577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9" name="조직-n-ad510a52">
            <a:extLst xmlns:a="http://schemas.openxmlformats.org/drawingml/2006/main">
              <a:ext uri="{FF2B5EF4-FFF2-40B4-BE49-F238E27FC236}">
                <a16:creationId xmlns:a16="http://schemas.microsoft.com/office/drawing/2014/main" id="{D7CFF661-AC87-49DA-B6C0-DEAC76E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632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0" name="조직-n-6c4391a8">
            <a:extLst xmlns:a="http://schemas.openxmlformats.org/drawingml/2006/main">
              <a:ext uri="{FF2B5EF4-FFF2-40B4-BE49-F238E27FC236}">
                <a16:creationId xmlns:a16="http://schemas.microsoft.com/office/drawing/2014/main" id="{CA43E894-435B-4033-8C81-E60D7F8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686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1" name="조직-n-094c12dc">
            <a:extLst xmlns:a="http://schemas.openxmlformats.org/drawingml/2006/main">
              <a:ext uri="{FF2B5EF4-FFF2-40B4-BE49-F238E27FC236}">
                <a16:creationId xmlns:a16="http://schemas.microsoft.com/office/drawing/2014/main" id="{D86BC112-9C19-4E21-BFF1-32BCF8E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41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장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2" name="조직-n-d90801d8">
            <a:extLst xmlns:a="http://schemas.openxmlformats.org/drawingml/2006/main">
              <a:ext uri="{FF2B5EF4-FFF2-40B4-BE49-F238E27FC236}">
                <a16:creationId xmlns:a16="http://schemas.microsoft.com/office/drawing/2014/main" id="{1E7B921F-4E41-4C2A-9234-9E692CA3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96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3" name="조직-n-7c0e0924">
            <a:extLst xmlns:a="http://schemas.openxmlformats.org/drawingml/2006/main">
              <a:ext uri="{FF2B5EF4-FFF2-40B4-BE49-F238E27FC236}">
                <a16:creationId xmlns:a16="http://schemas.microsoft.com/office/drawing/2014/main" id="{04D3B652-2A03-4DEC-AC61-66E79900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366" y="3114675"/>
            <a:ext cx="123253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기업거래결합심사국 (나)</a:t>
            </a:r>
          </a:p>
        </p:txBody>
      </p:sp>
      <p:sp>
        <p:nvSpPr>
          <p:cNvPr id="114" name="조직-n-fb288b62">
            <a:extLst xmlns:a="http://schemas.openxmlformats.org/drawingml/2006/main">
              <a:ext uri="{FF2B5EF4-FFF2-40B4-BE49-F238E27FC236}">
                <a16:creationId xmlns:a16="http://schemas.microsoft.com/office/drawing/2014/main" id="{0EB70528-CECE-4AE6-AEC3-9B610DC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851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15" name="조직-n-82e58154">
            <a:extLst xmlns:a="http://schemas.openxmlformats.org/drawingml/2006/main">
              <a:ext uri="{FF2B5EF4-FFF2-40B4-BE49-F238E27FC236}">
                <a16:creationId xmlns:a16="http://schemas.microsoft.com/office/drawing/2014/main" id="{3427BFD4-2D67-417B-9122-0802C16D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905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6" name="조직-n-5017626e">
            <a:extLst xmlns:a="http://schemas.openxmlformats.org/drawingml/2006/main">
              <a:ext uri="{FF2B5EF4-FFF2-40B4-BE49-F238E27FC236}">
                <a16:creationId xmlns:a16="http://schemas.microsoft.com/office/drawing/2014/main" id="{0EA56B5F-AEA8-4467-A7B4-7EFA7B93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0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7" name="조직-n-b52a1f5f">
            <a:extLst xmlns:a="http://schemas.openxmlformats.org/drawingml/2006/main">
              <a:ext uri="{FF2B5EF4-FFF2-40B4-BE49-F238E27FC236}">
                <a16:creationId xmlns:a16="http://schemas.microsoft.com/office/drawing/2014/main" id="{ACFB68A3-DD12-4497-A698-CE4D365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015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18" name="조직-n-9837f0e9">
            <a:extLst xmlns:a="http://schemas.openxmlformats.org/drawingml/2006/main">
              <a:ext uri="{FF2B5EF4-FFF2-40B4-BE49-F238E27FC236}">
                <a16:creationId xmlns:a16="http://schemas.microsoft.com/office/drawing/2014/main" id="{3C815497-721E-4465-9111-70622D3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069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19" name="조직-n-3021c112">
            <a:extLst xmlns:a="http://schemas.openxmlformats.org/drawingml/2006/main">
              <a:ext uri="{FF2B5EF4-FFF2-40B4-BE49-F238E27FC236}">
                <a16:creationId xmlns:a16="http://schemas.microsoft.com/office/drawing/2014/main" id="{66C98087-F47B-4EF2-82A0-86B073D7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124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0" name="조직-n-910263a8">
            <a:extLst xmlns:a="http://schemas.openxmlformats.org/drawingml/2006/main">
              <a:ext uri="{FF2B5EF4-FFF2-40B4-BE49-F238E27FC236}">
                <a16:creationId xmlns:a16="http://schemas.microsoft.com/office/drawing/2014/main" id="{0EECC143-E829-4394-9B1B-E815D1B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179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1" name="조직-n-18b0f40a">
            <a:extLst xmlns:a="http://schemas.openxmlformats.org/drawingml/2006/main">
              <a:ext uri="{FF2B5EF4-FFF2-40B4-BE49-F238E27FC236}">
                <a16:creationId xmlns:a16="http://schemas.microsoft.com/office/drawing/2014/main" id="{C670806B-9107-4F28-891C-C460D257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489" y="3114675"/>
            <a:ext cx="111089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기업집단감시국</a:t>
            </a:r>
          </a:p>
        </p:txBody>
      </p:sp>
      <p:sp>
        <p:nvSpPr>
          <p:cNvPr id="122" name="조직-n-5cf90278">
            <a:extLst xmlns:a="http://schemas.openxmlformats.org/drawingml/2006/main">
              <a:ext uri="{FF2B5EF4-FFF2-40B4-BE49-F238E27FC236}">
                <a16:creationId xmlns:a16="http://schemas.microsoft.com/office/drawing/2014/main" id="{AD0FE181-1C51-4F48-8A43-9B288AD8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233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3" name="조직-n-21cf50ed">
            <a:extLst xmlns:a="http://schemas.openxmlformats.org/drawingml/2006/main">
              <a:ext uri="{FF2B5EF4-FFF2-40B4-BE49-F238E27FC236}">
                <a16:creationId xmlns:a16="http://schemas.microsoft.com/office/drawing/2014/main" id="{8EF85C45-974E-4036-9EC5-8C18D983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288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단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4" name="조직-n-dd8ded5b">
            <a:extLst xmlns:a="http://schemas.openxmlformats.org/drawingml/2006/main">
              <a:ext uri="{FF2B5EF4-FFF2-40B4-BE49-F238E27FC236}">
                <a16:creationId xmlns:a16="http://schemas.microsoft.com/office/drawing/2014/main" id="{3917E83A-8F6A-4BF7-9035-8350503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343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5" name="조직-n-479ed996">
            <a:extLst xmlns:a="http://schemas.openxmlformats.org/drawingml/2006/main">
              <a:ext uri="{FF2B5EF4-FFF2-40B4-BE49-F238E27FC236}">
                <a16:creationId xmlns:a16="http://schemas.microsoft.com/office/drawing/2014/main" id="{1DFD9C3C-EE6E-4B1C-A727-DBCCC9D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398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26" name="조직-n-618c7eaf">
            <a:extLst xmlns:a="http://schemas.openxmlformats.org/drawingml/2006/main">
              <a:ext uri="{FF2B5EF4-FFF2-40B4-BE49-F238E27FC236}">
                <a16:creationId xmlns:a16="http://schemas.microsoft.com/office/drawing/2014/main" id="{EF1F81F7-BA38-4F04-8ED7-7B5D21A9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516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기획조정관 (나)</a:t>
            </a:r>
          </a:p>
        </p:txBody>
      </p:sp>
      <p:sp>
        <p:nvSpPr>
          <p:cNvPr id="127" name="조직-n-5cfe3367">
            <a:extLst xmlns:a="http://schemas.openxmlformats.org/drawingml/2006/main">
              <a:ext uri="{FF2B5EF4-FFF2-40B4-BE49-F238E27FC236}">
                <a16:creationId xmlns:a16="http://schemas.microsoft.com/office/drawing/2014/main" id="{9A476C51-0080-4875-ADD6-A334A129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452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8" name="조직-n-79f6b9b6">
            <a:extLst xmlns:a="http://schemas.openxmlformats.org/drawingml/2006/main">
              <a:ext uri="{FF2B5EF4-FFF2-40B4-BE49-F238E27FC236}">
                <a16:creationId xmlns:a16="http://schemas.microsoft.com/office/drawing/2014/main" id="{B51B66AA-1955-46B0-9114-EA5FEA6A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07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29" name="조직-n-fbf09f55">
            <a:extLst xmlns:a="http://schemas.openxmlformats.org/drawingml/2006/main">
              <a:ext uri="{FF2B5EF4-FFF2-40B4-BE49-F238E27FC236}">
                <a16:creationId xmlns:a16="http://schemas.microsoft.com/office/drawing/2014/main" id="{099781E9-F73C-482A-A504-48DFD1D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562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0" name="조직-n-3ea7d450">
            <a:extLst xmlns:a="http://schemas.openxmlformats.org/drawingml/2006/main">
              <a:ext uri="{FF2B5EF4-FFF2-40B4-BE49-F238E27FC236}">
                <a16:creationId xmlns:a16="http://schemas.microsoft.com/office/drawing/2014/main" id="{8AD048F3-1F10-42CF-B5C7-7FB57C7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616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31" name="조직-n-62e2a75c">
            <a:extLst xmlns:a="http://schemas.openxmlformats.org/drawingml/2006/main">
              <a:ext uri="{FF2B5EF4-FFF2-40B4-BE49-F238E27FC236}">
                <a16:creationId xmlns:a16="http://schemas.microsoft.com/office/drawing/2014/main" id="{AA5003BE-B94A-4A4E-8E8F-7AB4717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827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소비자정책국 (나)</a:t>
            </a:r>
          </a:p>
        </p:txBody>
      </p:sp>
      <p:sp>
        <p:nvSpPr>
          <p:cNvPr id="132" name="조직-n-849f0d8f">
            <a:extLst xmlns:a="http://schemas.openxmlformats.org/drawingml/2006/main">
              <a:ext uri="{FF2B5EF4-FFF2-40B4-BE49-F238E27FC236}">
                <a16:creationId xmlns:a16="http://schemas.microsoft.com/office/drawing/2014/main" id="{F524A69D-C730-4731-821C-E61FB783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671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3" name="조직-n-b8cf37b4">
            <a:extLst xmlns:a="http://schemas.openxmlformats.org/drawingml/2006/main">
              <a:ext uri="{FF2B5EF4-FFF2-40B4-BE49-F238E27FC236}">
                <a16:creationId xmlns:a16="http://schemas.microsoft.com/office/drawing/2014/main" id="{75594B67-E841-4BAB-9ABA-E5847E2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726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안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4" name="조직-n-e2de59ec">
            <a:extLst xmlns:a="http://schemas.openxmlformats.org/drawingml/2006/main">
              <a:ext uri="{FF2B5EF4-FFF2-40B4-BE49-F238E27FC236}">
                <a16:creationId xmlns:a16="http://schemas.microsoft.com/office/drawing/2014/main" id="{BDD2CF4D-CF81-4C31-8F6F-53F4CB6D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781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5" name="조직-n-fa8dddb2">
            <a:extLst xmlns:a="http://schemas.openxmlformats.org/drawingml/2006/main">
              <a:ext uri="{FF2B5EF4-FFF2-40B4-BE49-F238E27FC236}">
                <a16:creationId xmlns:a16="http://schemas.microsoft.com/office/drawing/2014/main" id="{3663B3F9-1A46-4204-9BA5-9A42BA68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835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5CCA6FB-6949-44E3-B70F-A3883C22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26231D0-519D-4BD7-B49E-E1FC67F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0A0BDCA-0F4D-4FB6-8ECA-4374127B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3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E298C3D6-1913-4A41-80F9-F76F0985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40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87687474-80C3-475F-B93A-C58D66C3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8A4BC92E-385C-427F-85B1-7C18367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42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831D9A1E-8627-468C-A76E-D6FB771D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43" name="쪽번호">
            <a:extLst xmlns:a="http://schemas.openxmlformats.org/drawingml/2006/main">
              <a:ext uri="{FF2B5EF4-FFF2-40B4-BE49-F238E27FC236}">
                <a16:creationId xmlns:a16="http://schemas.microsoft.com/office/drawing/2014/main" id="{BBF674F7-1630-42F2-9BE2-C60553D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1093635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기관명">
            <a:extLst xmlns:a="http://schemas.openxmlformats.org/drawingml/2006/main">
              <a:ext uri="{FF2B5EF4-FFF2-40B4-BE49-F238E27FC236}">
                <a16:creationId xmlns:a16="http://schemas.microsoft.com/office/drawing/2014/main" id="{1241B06B-6EDF-4574-A64C-870E0FCA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공정거래위원회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653043F9-3D43-45E9-8169-8F5C380F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본부 하부조직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BE856CF-897E-4165-9D5C-960707C0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2025.10.13.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E14C6A-93E7-4B61-8B88-505EBDB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210B06-A51F-46FC-A232-E5530EF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44D070-2804-4CD9-8672-93ADE9D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2237994"/>
            <a:ext cx="28484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055F27E-1A24-4588-AA24-21A984C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853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77C9813-1745-4207-851F-C5ABE7D0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8518AD8-3CA9-4D12-B921-91446A3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2237994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795AD8D-2164-4029-A9A8-274FB2CB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98F767A-2A73-48ED-8197-2CBDADA8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9DC08D-8695-4025-BA0D-C8B1469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2237994"/>
            <a:ext cx="17802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1F91B8-5BEC-44B5-9AE7-92A2DC2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989A02-6A49-4F39-B125-61BE153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150E6CF-6A55-4F17-B231-31966C59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2237994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9B7A19B-3BB3-466C-BC59-7196F9A6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C6886FA-9E77-4A28-8FFC-B593A234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14287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9530EAA-2D07-4E41-9E47-E8B29EA7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1524000"/>
            <a:ext cx="55188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3E31351-286B-41B9-A2ED-58580912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1123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ECFC73E-C37A-4FBE-9A5F-12E2BEEB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42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E0F340-C889-43B5-BC72-F3809F1D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00" y="2237994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881814-DAC0-42E8-A5C8-B738E7D1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40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F8F1237-C82A-4CC8-8F93-0C897221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B63DD1-3108-42DB-8D7A-39838B7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2237994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21A07CC-BD84-464B-8CAB-4786C7E2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12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A15A865-E2A2-4000-B8A8-76B37FFA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AEA550C-0C83-4FC9-84D5-63A52293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2237994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24F6B1-CA13-4C23-BCB3-DAF17940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2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71D1C6B-82B0-47EB-880C-76495EC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FF36B58-BD6E-4AEB-9384-BF0D8C2E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962" y="2237994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699EC0B-9094-49AE-B850-8751810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962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98EE02D-2730-4649-AA06-FD6E9C9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6B6E885-6D71-4315-B5DC-A2FC874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6E829B5-3D03-486B-96A0-E0ED7A9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1E51C4-C040-40D7-B366-1689358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017" y="2237994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B6514F-3615-41A7-89E2-A2AB409E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07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D27C2D-B4F8-470A-9B3E-42D5D99F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FC95BA-0F52-49AC-90E6-971152B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70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3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5917E37-C469-4D8A-AA03-4F96AA1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47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1417706-D929-4559-B623-FA36DA8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CAE29F5-9DAB-45A2-A094-1327DDD9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4228719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0E46CF6-AF8C-4D60-9F59-AB2DCB3B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8A23E7-E604-4CA2-A99F-81188C56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0AF3A27-3FA6-4F19-B8CB-F5D47B70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236" y="2237994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BE58D77-F45A-4916-B585-4A4E5364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23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78F9C3F-745B-424E-8A45-1EF61F89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50D9F0-7066-442B-9897-F0E7C13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2237994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BA62D76-8546-4B55-9170-1685F54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34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4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A9C52C4-98B1-4B1A-8F77-64F4EE81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18DAAD1-5ACD-4C0B-A824-63F3D750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2237994"/>
            <a:ext cx="17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B4732B7-7034-4F5E-AA08-0B9E4C3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B5FF694-DB84-449F-8366-F9B557C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7263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84ABF67-BE09-43DC-A55B-5BFE602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181" y="2237994"/>
            <a:ext cx="5340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D6E7FFD-0F8C-4533-8855-E6B3FDEB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18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8B8B8B"/>
            </a:solidFill>
            <a:prstDash val="dash"/>
          </a:ln>
        </p:spPr>
      </p:sp>
      <p:sp>
        <p:nvSpPr>
          <p:cNvPr id="5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F52581-E09D-4A76-9CF4-615F60B8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BF8C9E-A0DF-4A35-BA5C-BEABF55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7A7715-6CEC-4D5B-9D8E-A26B782F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9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4330D5B-45F2-4600-844C-B2A1DD4A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5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BA6E04-D745-459F-B37E-15A5F53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7C3DDE8-A823-40BB-B215-B513EDD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60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F4AB90D-A7A0-419A-A777-294E12C5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470230-6B34-470B-8F89-B469338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BCAADE-CCFD-45E3-A3DA-32CA00C0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415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1B50DF0-61BB-4807-AB64-BD68E68C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BAF19B-A608-425A-85C6-65BD92B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51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7CE3A1-5803-4388-B284-1C5D921D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51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B268B42-FDBD-451C-AFAE-91E5FAA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674FB51-3132-4494-AAF0-9F12EEF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306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362B5F7-C452-48E1-95E6-6AA90566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8290FA-95B8-4397-9B83-D5437226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94311B7-9BBF-47A9-956D-920BAEF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98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86D5EB5-2A2F-4290-8593-422ED563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C67C273-675F-4F52-9B99-976CA93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52A8CB2-BE8E-4920-9156-CB09C869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743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3E8582D-9E1B-4CA1-86D3-85643924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21A689-25C5-4C64-8BC4-EC8E6FB0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4228719"/>
            <a:ext cx="3560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A7EFC8B-D02A-452F-8067-90C5D70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34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D334BEE-50D7-4151-9024-C68E6FA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003909A-0A7E-4D1F-B14C-943C1D18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579" y="4228719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87DC3C4-7AE2-467A-9FA2-CF08042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57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DB086BF-CCB7-4C94-96D0-526A2377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3419475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3408A71-ADAA-4F8E-AFF7-B49A681C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9" y="4228719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3" name="조직-n-e9f8e82f">
            <a:extLst xmlns:a="http://schemas.openxmlformats.org/drawingml/2006/main">
              <a:ext uri="{FF2B5EF4-FFF2-40B4-BE49-F238E27FC236}">
                <a16:creationId xmlns:a16="http://schemas.microsoft.com/office/drawing/2014/main" id="{548ED5D9-3711-497F-88E1-DF0B8A80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592" y="1123950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사무처 (가)</a:t>
            </a:r>
          </a:p>
        </p:txBody>
      </p:sp>
      <p:sp>
        <p:nvSpPr>
          <p:cNvPr id="84" name="조직-n-618c7eaf">
            <a:extLst xmlns:a="http://schemas.openxmlformats.org/drawingml/2006/main">
              <a:ext uri="{FF2B5EF4-FFF2-40B4-BE49-F238E27FC236}">
                <a16:creationId xmlns:a16="http://schemas.microsoft.com/office/drawing/2014/main" id="{76C699D8-2B84-45B9-9524-56B2336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625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기획조정관 (나)</a:t>
            </a:r>
          </a:p>
        </p:txBody>
      </p:sp>
      <p:sp>
        <p:nvSpPr>
          <p:cNvPr id="85" name="조직-n-5cfe3367">
            <a:extLst xmlns:a="http://schemas.openxmlformats.org/drawingml/2006/main">
              <a:ext uri="{FF2B5EF4-FFF2-40B4-BE49-F238E27FC236}">
                <a16:creationId xmlns:a16="http://schemas.microsoft.com/office/drawing/2014/main" id="{60AD216B-E39C-4422-8BCC-F4945708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562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6" name="조직-n-79f6b9b6">
            <a:extLst xmlns:a="http://schemas.openxmlformats.org/drawingml/2006/main">
              <a:ext uri="{FF2B5EF4-FFF2-40B4-BE49-F238E27FC236}">
                <a16:creationId xmlns:a16="http://schemas.microsoft.com/office/drawing/2014/main" id="{7AC70C39-2622-4443-B819-6E6945AA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616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7" name="조직-n-fbf09f55">
            <a:extLst xmlns:a="http://schemas.openxmlformats.org/drawingml/2006/main">
              <a:ext uri="{FF2B5EF4-FFF2-40B4-BE49-F238E27FC236}">
                <a16:creationId xmlns:a16="http://schemas.microsoft.com/office/drawing/2014/main" id="{7EED2188-09DB-428E-82E0-E3B00F9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671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8" name="조직-n-3ea7d450">
            <a:extLst xmlns:a="http://schemas.openxmlformats.org/drawingml/2006/main">
              <a:ext uri="{FF2B5EF4-FFF2-40B4-BE49-F238E27FC236}">
                <a16:creationId xmlns:a16="http://schemas.microsoft.com/office/drawing/2014/main" id="{830CADDD-24D2-4378-A379-D9830E32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726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법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89" name="조직-n-74aeb2f1">
            <a:extLst xmlns:a="http://schemas.openxmlformats.org/drawingml/2006/main">
              <a:ext uri="{FF2B5EF4-FFF2-40B4-BE49-F238E27FC236}">
                <a16:creationId xmlns:a16="http://schemas.microsoft.com/office/drawing/2014/main" id="{1FE919BD-D5B8-40D4-8711-6CD11518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668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시장감시국 (나)</a:t>
            </a:r>
          </a:p>
        </p:txBody>
      </p:sp>
      <p:sp>
        <p:nvSpPr>
          <p:cNvPr id="90" name="조직-n-36c6e23e">
            <a:extLst xmlns:a="http://schemas.openxmlformats.org/drawingml/2006/main">
              <a:ext uri="{FF2B5EF4-FFF2-40B4-BE49-F238E27FC236}">
                <a16:creationId xmlns:a16="http://schemas.microsoft.com/office/drawing/2014/main" id="{EF073C0A-5A84-48B4-9BCD-D11E69A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577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1" name="조직-n-bb25beb7">
            <a:extLst xmlns:a="http://schemas.openxmlformats.org/drawingml/2006/main">
              <a:ext uri="{FF2B5EF4-FFF2-40B4-BE49-F238E27FC236}">
                <a16:creationId xmlns:a16="http://schemas.microsoft.com/office/drawing/2014/main" id="{3EC15F5A-0BB7-4694-9EA6-C86B2EBD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632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2" name="조직-n-96567b1f">
            <a:extLst xmlns:a="http://schemas.openxmlformats.org/drawingml/2006/main">
              <a:ext uri="{FF2B5EF4-FFF2-40B4-BE49-F238E27FC236}">
                <a16:creationId xmlns:a16="http://schemas.microsoft.com/office/drawing/2014/main" id="{EE2A4707-F710-4947-801A-D7B700F2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686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3" name="조직-n-8c2150fc">
            <a:extLst xmlns:a="http://schemas.openxmlformats.org/drawingml/2006/main">
              <a:ext uri="{FF2B5EF4-FFF2-40B4-BE49-F238E27FC236}">
                <a16:creationId xmlns:a16="http://schemas.microsoft.com/office/drawing/2014/main" id="{61B81476-FE96-4CC6-9965-A21CAF5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41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4" name="조직-n-1a91deef">
            <a:extLst xmlns:a="http://schemas.openxmlformats.org/drawingml/2006/main">
              <a:ext uri="{FF2B5EF4-FFF2-40B4-BE49-F238E27FC236}">
                <a16:creationId xmlns:a16="http://schemas.microsoft.com/office/drawing/2014/main" id="{A019F931-506C-4A4C-8EB2-085F0ABA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96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95" name="조직-n-afb5df2f">
            <a:extLst xmlns:a="http://schemas.openxmlformats.org/drawingml/2006/main">
              <a:ext uri="{FF2B5EF4-FFF2-40B4-BE49-F238E27FC236}">
                <a16:creationId xmlns:a16="http://schemas.microsoft.com/office/drawing/2014/main" id="{59C0062F-C1DF-4A1D-A605-715BAC41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74" y="3114675"/>
            <a:ext cx="5554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829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조사관리관 (평)</a:t>
            </a:r>
          </a:p>
        </p:txBody>
      </p:sp>
      <p:sp>
        <p:nvSpPr>
          <p:cNvPr id="96" name="조직-n-9d82c825">
            <a:extLst xmlns:a="http://schemas.openxmlformats.org/drawingml/2006/main">
              <a:ext uri="{FF2B5EF4-FFF2-40B4-BE49-F238E27FC236}">
                <a16:creationId xmlns:a16="http://schemas.microsoft.com/office/drawing/2014/main" id="{000B79B2-8E5B-404A-8378-C3DDE67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851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97" name="조직-n-d6d5cf70">
            <a:extLst xmlns:a="http://schemas.openxmlformats.org/drawingml/2006/main">
              <a:ext uri="{FF2B5EF4-FFF2-40B4-BE49-F238E27FC236}">
                <a16:creationId xmlns:a16="http://schemas.microsoft.com/office/drawing/2014/main" id="{3EBF0823-966E-4184-964E-8EF00DE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905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중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98" name="조직-n-0eabfcc6">
            <a:extLst xmlns:a="http://schemas.openxmlformats.org/drawingml/2006/main">
              <a:ext uri="{FF2B5EF4-FFF2-40B4-BE49-F238E27FC236}">
                <a16:creationId xmlns:a16="http://schemas.microsoft.com/office/drawing/2014/main" id="{4C7C1B2D-8D82-42AD-893F-36768C42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44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카르텔조사국 (나)</a:t>
            </a:r>
          </a:p>
        </p:txBody>
      </p:sp>
      <p:sp>
        <p:nvSpPr>
          <p:cNvPr id="99" name="조직-n-b0f1d149">
            <a:extLst xmlns:a="http://schemas.openxmlformats.org/drawingml/2006/main">
              <a:ext uri="{FF2B5EF4-FFF2-40B4-BE49-F238E27FC236}">
                <a16:creationId xmlns:a16="http://schemas.microsoft.com/office/drawing/2014/main" id="{3129774A-4E66-4563-B667-2C654DC1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0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0" name="조직-n-c8962d38">
            <a:extLst xmlns:a="http://schemas.openxmlformats.org/drawingml/2006/main">
              <a:ext uri="{FF2B5EF4-FFF2-40B4-BE49-F238E27FC236}">
                <a16:creationId xmlns:a16="http://schemas.microsoft.com/office/drawing/2014/main" id="{4DDEE72D-E1FD-4E47-A513-9DE6757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015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국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1" name="조직-n-0ad39c33">
            <a:extLst xmlns:a="http://schemas.openxmlformats.org/drawingml/2006/main">
              <a:ext uri="{FF2B5EF4-FFF2-40B4-BE49-F238E27FC236}">
                <a16:creationId xmlns:a16="http://schemas.microsoft.com/office/drawing/2014/main" id="{2E0A444E-0E4F-4163-A480-A9818092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069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스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</a:t>
            </a:r>
          </a:p>
        </p:txBody>
      </p:sp>
      <p:sp>
        <p:nvSpPr>
          <p:cNvPr id="102" name="조직-n-8666532d">
            <a:extLst xmlns:a="http://schemas.openxmlformats.org/drawingml/2006/main">
              <a:ext uri="{FF2B5EF4-FFF2-40B4-BE49-F238E27FC236}">
                <a16:creationId xmlns:a16="http://schemas.microsoft.com/office/drawing/2014/main" id="{7D0F9A60-F723-43AD-8AA9-7DB4194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124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합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3" name="조직-n-5c34be0d">
            <a:extLst xmlns:a="http://schemas.openxmlformats.org/drawingml/2006/main">
              <a:ext uri="{FF2B5EF4-FFF2-40B4-BE49-F238E27FC236}">
                <a16:creationId xmlns:a16="http://schemas.microsoft.com/office/drawing/2014/main" id="{61EEC6CD-ED92-4CCF-8B84-ACEE3F3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179" y="5105400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텔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4" name="조직-n-0fe8378e">
            <a:extLst xmlns:a="http://schemas.openxmlformats.org/drawingml/2006/main">
              <a:ext uri="{FF2B5EF4-FFF2-40B4-BE49-F238E27FC236}">
                <a16:creationId xmlns:a16="http://schemas.microsoft.com/office/drawing/2014/main" id="{4232A82F-C872-498F-B4C8-BBA27B2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233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과</a:t>
            </a:r>
          </a:p>
        </p:txBody>
      </p:sp>
      <p:sp>
        <p:nvSpPr>
          <p:cNvPr id="105" name="조직-n-195e69d7">
            <a:extLst xmlns:a="http://schemas.openxmlformats.org/drawingml/2006/main">
              <a:ext uri="{FF2B5EF4-FFF2-40B4-BE49-F238E27FC236}">
                <a16:creationId xmlns:a16="http://schemas.microsoft.com/office/drawing/2014/main" id="{3C12EA9D-A2CA-42C6-894B-78B2C63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379" y="1123950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심판관리관 (나)</a:t>
            </a:r>
          </a:p>
        </p:txBody>
      </p:sp>
      <p:sp>
        <p:nvSpPr>
          <p:cNvPr id="106" name="조직-n-7113c8b8">
            <a:extLst xmlns:a="http://schemas.openxmlformats.org/drawingml/2006/main">
              <a:ext uri="{FF2B5EF4-FFF2-40B4-BE49-F238E27FC236}">
                <a16:creationId xmlns:a16="http://schemas.microsoft.com/office/drawing/2014/main" id="{E20C14AF-747C-4030-8A0B-0D6FD930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288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경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쟁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07" name="조직-n-2dd9cacb">
            <a:extLst xmlns:a="http://schemas.openxmlformats.org/drawingml/2006/main">
              <a:ext uri="{FF2B5EF4-FFF2-40B4-BE49-F238E27FC236}">
                <a16:creationId xmlns:a16="http://schemas.microsoft.com/office/drawing/2014/main" id="{FCC2741C-C05A-4E23-B019-095CC4D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343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업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08" name="조직-n-fa20a89c">
            <a:extLst xmlns:a="http://schemas.openxmlformats.org/drawingml/2006/main">
              <a:ext uri="{FF2B5EF4-FFF2-40B4-BE49-F238E27FC236}">
                <a16:creationId xmlns:a16="http://schemas.microsoft.com/office/drawing/2014/main" id="{CDFE4476-C5DA-4C9F-B03B-246B3CE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398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소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거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래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09" name="조직-n-d528e215">
            <a:extLst xmlns:a="http://schemas.openxmlformats.org/drawingml/2006/main">
              <a:ext uri="{FF2B5EF4-FFF2-40B4-BE49-F238E27FC236}">
                <a16:creationId xmlns:a16="http://schemas.microsoft.com/office/drawing/2014/main" id="{22B8430D-6465-4BA0-8B9B-F89A371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452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송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0" name="조직-n-df68e1fd">
            <a:extLst xmlns:a="http://schemas.openxmlformats.org/drawingml/2006/main">
              <a:ext uri="{FF2B5EF4-FFF2-40B4-BE49-F238E27FC236}">
                <a16:creationId xmlns:a16="http://schemas.microsoft.com/office/drawing/2014/main" id="{F991C36D-AE77-4A90-80FA-4E1EEFD3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507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총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괄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1" name="조직-n-e618142f">
            <a:extLst xmlns:a="http://schemas.openxmlformats.org/drawingml/2006/main">
              <a:ext uri="{FF2B5EF4-FFF2-40B4-BE49-F238E27FC236}">
                <a16:creationId xmlns:a16="http://schemas.microsoft.com/office/drawing/2014/main" id="{826F401E-2EBC-4DE7-8A8F-E9AD1F36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704" y="1123950"/>
            <a:ext cx="5554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38100" tIns="28575" rIns="38100" bIns="28575" anchor="ctr">
            <a:normAutofit fontScale="900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대변인 (나)</a:t>
            </a:r>
          </a:p>
        </p:txBody>
      </p:sp>
      <p:sp>
        <p:nvSpPr>
          <p:cNvPr id="112" name="조직-n-67f14651">
            <a:extLst xmlns:a="http://schemas.openxmlformats.org/drawingml/2006/main">
              <a:ext uri="{FF2B5EF4-FFF2-40B4-BE49-F238E27FC236}">
                <a16:creationId xmlns:a16="http://schemas.microsoft.com/office/drawing/2014/main" id="{C60AFDFF-8851-48C3-A664-D2E10E6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781" y="3114675"/>
            <a:ext cx="249238" cy="125730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0954">
            <a:solidFill>
              <a:srgbClr val="8B8B8B"/>
            </a:solidFill>
            <a:prstDash val="dash"/>
          </a:ln>
        </p:spPr>
        <p:txBody>
          <a:bodyPr xmlns:a="http://schemas.openxmlformats.org/drawingml/2006/main" lIns="19050" tIns="28575" rIns="190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홍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당</a:t>
            </a:r>
          </a:p>
          <a:p xmlns:a="http://schemas.openxmlformats.org/drawingml/2006/main">
            <a:pPr algn="ctr">
              <a:lnSpc>
                <a:spcPct val="76000"/>
              </a:lnSpc>
              <a:buNone/>
              <a:def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defRPr>
            </a:pPr>
            <a:r>
              <a:rPr sz="795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</a:t>
            </a:r>
          </a:p>
        </p:txBody>
      </p:sp>
      <p:sp>
        <p:nvSpPr>
          <p:cNvPr id="1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E0A73D4-A1A9-4C13-8AC0-403AC81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4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2DC21CB6-ED61-42A7-9DB8-FC1025E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1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21C28F4-544A-4FD7-8D31-35CFF46A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116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BF8592C7-0FA2-4E76-8F37-569DFA3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117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143F9CDC-DF1B-4E4D-A4A3-A64FE6A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194519A7-AA27-4739-8055-25E4833C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119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AE4C044C-30A5-4470-9BE0-52E52391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120" name="쪽번호">
            <a:extLst xmlns:a="http://schemas.openxmlformats.org/drawingml/2006/main">
              <a:ext uri="{FF2B5EF4-FFF2-40B4-BE49-F238E27FC236}">
                <a16:creationId xmlns:a16="http://schemas.microsoft.com/office/drawing/2014/main" id="{E680601B-837C-4F50-A087-1CA2BC34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1279716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기관명">
            <a:extLst xmlns:a="http://schemas.openxmlformats.org/drawingml/2006/main">
              <a:ext uri="{FF2B5EF4-FFF2-40B4-BE49-F238E27FC236}">
                <a16:creationId xmlns:a16="http://schemas.microsoft.com/office/drawing/2014/main" id="{F4E201B7-328C-451B-A580-CFA725FE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공정거래위원회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0303CACE-9375-4358-BFA6-4403C9D5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(1)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DBEDD4FD-C61D-469C-9589-B7D2717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2025.10.13.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27B3C59-3062-44D1-89D4-BC6B9CD3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32BF21-139E-4A15-B678-2F925D2D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5EA48B9-0DC2-4AD1-96B9-2D39C706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4A8DAA-EF91-454A-8E1F-68CF9B7B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90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60AF897-FF98-4648-86C9-90CF5CB9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00DBC5-1763-4AD5-9FB7-73436FA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401288B-ED7C-407B-8EAF-8B61FD4D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41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9ECF058-D700-4AF7-A319-DFCCAD8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0B951B2-82AE-4407-A4D8-BCE049F1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12461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CE22CF-3495-47AF-B197-381D2FDA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2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22CA22E-E545-406E-8087-4B18893A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203E0EA-2C52-4F33-8C3B-1A67D5B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37385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69C16FF-8435-40F1-9960-D8C4579D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290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-n-e8acee80">
            <a:extLst xmlns:a="http://schemas.openxmlformats.org/drawingml/2006/main">
              <a:ext uri="{FF2B5EF4-FFF2-40B4-BE49-F238E27FC236}">
                <a16:creationId xmlns:a16="http://schemas.microsoft.com/office/drawing/2014/main" id="{8212945B-229D-406B-8FFC-A45DCB4D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633" y="1123950"/>
            <a:ext cx="132016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대구지방공정거래사무소</a:t>
            </a:r>
          </a:p>
        </p:txBody>
      </p:sp>
      <p:sp>
        <p:nvSpPr>
          <p:cNvPr id="18" name="조직-n-af9de755">
            <a:extLst xmlns:a="http://schemas.openxmlformats.org/drawingml/2006/main">
              <a:ext uri="{FF2B5EF4-FFF2-40B4-BE49-F238E27FC236}">
                <a16:creationId xmlns:a16="http://schemas.microsoft.com/office/drawing/2014/main" id="{60B308FE-6C15-4775-9195-8831DE4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19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경쟁과</a:t>
            </a:r>
          </a:p>
        </p:txBody>
      </p:sp>
      <p:sp>
        <p:nvSpPr>
          <p:cNvPr id="19" name="조직-n-fb7890f1">
            <a:extLst xmlns:a="http://schemas.openxmlformats.org/drawingml/2006/main">
              <a:ext uri="{FF2B5EF4-FFF2-40B4-BE49-F238E27FC236}">
                <a16:creationId xmlns:a16="http://schemas.microsoft.com/office/drawing/2014/main" id="{5FAAE362-C750-463A-BF7D-4F4B8E0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794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소비자과</a:t>
            </a:r>
          </a:p>
        </p:txBody>
      </p:sp>
      <p:sp>
        <p:nvSpPr>
          <p:cNvPr id="20" name="조직-n-f62708c8">
            <a:extLst xmlns:a="http://schemas.openxmlformats.org/drawingml/2006/main">
              <a:ext uri="{FF2B5EF4-FFF2-40B4-BE49-F238E27FC236}">
                <a16:creationId xmlns:a16="http://schemas.microsoft.com/office/drawing/2014/main" id="{C258941D-A1E1-431F-B70E-573DB38A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085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총괄과</a:t>
            </a:r>
          </a:p>
        </p:txBody>
      </p:sp>
      <p:sp>
        <p:nvSpPr>
          <p:cNvPr id="21" name="조직-n-7941ace4">
            <a:extLst xmlns:a="http://schemas.openxmlformats.org/drawingml/2006/main">
              <a:ext uri="{FF2B5EF4-FFF2-40B4-BE49-F238E27FC236}">
                <a16:creationId xmlns:a16="http://schemas.microsoft.com/office/drawing/2014/main" id="{D19F4C30-3FE4-4F69-A579-1EC7F436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560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하도급과</a:t>
            </a:r>
          </a:p>
        </p:txBody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DC867CC-8701-4ED2-9966-0E5156B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23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5AF7C202-6261-4760-B647-312A41E8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4E66D90-8FAC-4F8A-A332-1539052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25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55051AEA-2F96-4AD0-8AC2-3E13E1A8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26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FB750A44-52E4-42FB-AD06-3BA307E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047D745F-99F0-4BB8-87F8-E960FCC3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28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6D7E87D3-A323-4C4F-AAF6-663B38E4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29" name="쪽번호">
            <a:extLst xmlns:a="http://schemas.openxmlformats.org/drawingml/2006/main">
              <a:ext uri="{FF2B5EF4-FFF2-40B4-BE49-F238E27FC236}">
                <a16:creationId xmlns:a16="http://schemas.microsoft.com/office/drawing/2014/main" id="{9305FC29-E8FD-4135-9CA2-C7123A87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1577695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기관명">
            <a:extLst xmlns:a="http://schemas.openxmlformats.org/drawingml/2006/main">
              <a:ext uri="{FF2B5EF4-FFF2-40B4-BE49-F238E27FC236}">
                <a16:creationId xmlns:a16="http://schemas.microsoft.com/office/drawing/2014/main" id="{D9A1FE42-0D92-455E-88DB-87424E02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공정거래위원회</a:t>
            </a:r>
          </a:p>
        </p:txBody>
      </p:sp>
      <p:sp>
        <p:nvSpPr>
          <p:cNvPr id="2" name="페이지 제목">
            <a:extLst xmlns:a="http://schemas.openxmlformats.org/drawingml/2006/main">
              <a:ext uri="{FF2B5EF4-FFF2-40B4-BE49-F238E27FC236}">
                <a16:creationId xmlns:a16="http://schemas.microsoft.com/office/drawing/2014/main" id="{FD38C022-5190-4B53-8FA3-08947489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 (2)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6BA4F9B4-D35E-46AB-B2F6-75CF872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32" y="26670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2025.10.13.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6326CC1-C7A0-4AD0-ACE6-4393E3C5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98933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1D3FB2E-18D3-4023-AEE2-FCD2044B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BC55BB0-746A-4186-8C72-1542BC7A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2237994"/>
            <a:ext cx="35605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30DF291-B39C-4090-8307-2B61DF4D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154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81BAE60-3C4E-415A-8B54-B438BCE3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653B17E-CD6D-4394-BE6A-2C614F6B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2237994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E0FFEFC-5C77-42D2-9B9D-67FC1FE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497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097CB91-8C74-46E0-B30F-A3A2C56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016CAFA-1A0B-47AC-9A9E-5618CD03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2237994"/>
            <a:ext cx="71210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F3479AD4-9703-482A-B23D-13591B87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16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079BF0D-D714-49E7-8B0D-8A664E9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2A28759-1AE9-414B-8537-29773F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278" y="2237994"/>
            <a:ext cx="21363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EC04761-49D9-4A37-ACDB-D2FFD7D8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278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A7ECA75-DC51-4FC8-8F0A-597FDF4F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4CD577E8-771C-4574-848B-6F7BBEA4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2237994"/>
            <a:ext cx="21363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5A0B007-F754-4BE0-B74D-B11F8487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935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52E7177-A33F-4448-84D9-2CCAD261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606" y="1428750"/>
            <a:ext cx="0" cy="8092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9AF7A5E4-D911-4C96-AB81-917B82D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59" y="2237994"/>
            <a:ext cx="35605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44E2327-828E-4816-B2F9-4F285CD2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59" y="2237994"/>
            <a:ext cx="0" cy="876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6B7280"/>
            </a:solidFill>
            <a:prstDash val="solid"/>
          </a:ln>
        </p:spPr>
      </p:sp>
      <p:sp>
        <p:nvSpPr>
          <p:cNvPr id="23" name="조직-n-36327cd0">
            <a:extLst xmlns:a="http://schemas.openxmlformats.org/drawingml/2006/main">
              <a:ext uri="{FF2B5EF4-FFF2-40B4-BE49-F238E27FC236}">
                <a16:creationId xmlns:a16="http://schemas.microsoft.com/office/drawing/2014/main" id="{07827665-047C-4E81-9057-56FA54AC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524" y="1123950"/>
            <a:ext cx="132016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1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서울지방공정거래사무소 (나)</a:t>
            </a:r>
          </a:p>
        </p:txBody>
      </p:sp>
      <p:sp>
        <p:nvSpPr>
          <p:cNvPr id="24" name="조직-n-2b090c3b">
            <a:extLst xmlns:a="http://schemas.openxmlformats.org/drawingml/2006/main">
              <a:ext uri="{FF2B5EF4-FFF2-40B4-BE49-F238E27FC236}">
                <a16:creationId xmlns:a16="http://schemas.microsoft.com/office/drawing/2014/main" id="{BCE079AC-394D-4355-873F-3AC6CA80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22" y="3114675"/>
            <a:ext cx="10572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가맹유통팀</a:t>
            </a:r>
          </a:p>
        </p:txBody>
      </p:sp>
      <p:sp>
        <p:nvSpPr>
          <p:cNvPr id="25" name="조직-n-49c60824">
            <a:extLst xmlns:a="http://schemas.openxmlformats.org/drawingml/2006/main">
              <a:ext uri="{FF2B5EF4-FFF2-40B4-BE49-F238E27FC236}">
                <a16:creationId xmlns:a16="http://schemas.microsoft.com/office/drawing/2014/main" id="{82B9E55B-97A7-4D4D-AC61-CB0E98F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733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건설하도급과</a:t>
            </a:r>
          </a:p>
        </p:txBody>
      </p:sp>
      <p:sp>
        <p:nvSpPr>
          <p:cNvPr id="26" name="조직-n-af9de755">
            <a:extLst xmlns:a="http://schemas.openxmlformats.org/drawingml/2006/main">
              <a:ext uri="{FF2B5EF4-FFF2-40B4-BE49-F238E27FC236}">
                <a16:creationId xmlns:a16="http://schemas.microsoft.com/office/drawing/2014/main" id="{0E62D635-55FD-448B-8EEF-51644624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75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경쟁과</a:t>
            </a:r>
          </a:p>
        </p:txBody>
      </p:sp>
      <p:sp>
        <p:nvSpPr>
          <p:cNvPr id="27" name="조직-n-fb7890f1">
            <a:extLst xmlns:a="http://schemas.openxmlformats.org/drawingml/2006/main">
              <a:ext uri="{FF2B5EF4-FFF2-40B4-BE49-F238E27FC236}">
                <a16:creationId xmlns:a16="http://schemas.microsoft.com/office/drawing/2014/main" id="{D1947157-235F-4F83-836A-AA466AA4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986" y="3114675"/>
            <a:ext cx="101346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소비자과</a:t>
            </a:r>
          </a:p>
        </p:txBody>
      </p:sp>
      <p:sp>
        <p:nvSpPr>
          <p:cNvPr id="28" name="조직-n-6556c5c0">
            <a:extLst xmlns:a="http://schemas.openxmlformats.org/drawingml/2006/main">
              <a:ext uri="{FF2B5EF4-FFF2-40B4-BE49-F238E27FC236}">
                <a16:creationId xmlns:a16="http://schemas.microsoft.com/office/drawing/2014/main" id="{658FAA01-4F29-441F-8350-17E16C21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390" y="3114675"/>
            <a:ext cx="110109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제조하도급과</a:t>
            </a:r>
          </a:p>
        </p:txBody>
      </p:sp>
      <p:sp>
        <p:nvSpPr>
          <p:cNvPr id="29" name="조직-n-f62708c8">
            <a:extLst xmlns:a="http://schemas.openxmlformats.org/drawingml/2006/main">
              <a:ext uri="{FF2B5EF4-FFF2-40B4-BE49-F238E27FC236}">
                <a16:creationId xmlns:a16="http://schemas.microsoft.com/office/drawing/2014/main" id="{364D6CF8-7DBC-4594-BF01-6487537A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331" y="3114675"/>
            <a:ext cx="96964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0954">
            <a:solidFill>
              <a:srgbClr val="7A7A7A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총괄과</a:t>
            </a:r>
          </a:p>
        </p:txBody>
      </p:sp>
      <p:sp>
        <p:nvSpPr>
          <p:cNvPr id="30" name="조직-n-d7763b1c">
            <a:extLst xmlns:a="http://schemas.openxmlformats.org/drawingml/2006/main">
              <a:ext uri="{FF2B5EF4-FFF2-40B4-BE49-F238E27FC236}">
                <a16:creationId xmlns:a16="http://schemas.microsoft.com/office/drawing/2014/main" id="{2E7E0630-50C5-432D-938B-42DEF845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27" y="1123950"/>
            <a:ext cx="1110891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5B947"/>
          </a:solidFill>
          <a:ln xmlns:a="http://schemas.openxmlformats.org/drawingml/2006/main" w="10954">
            <a:solidFill>
              <a:srgbClr val="2D7D2D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88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지방공정거래사무소 (나)</a:t>
            </a:r>
          </a:p>
        </p:txBody>
      </p:sp>
      <p:sp>
        <p:nvSpPr>
          <p:cNvPr id="3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094D80D-F51C-4970-BE7E-184F7ED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32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C59990B0-2632-46FC-8224-FDB685B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532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보조·지휘</a:t>
            </a:r>
          </a:p>
        </p:txBody>
      </p:sp>
      <p:sp>
        <p:nvSpPr>
          <p:cNvPr id="3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19FA8A5-D44C-419C-88D5-99A6500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8B8B"/>
            </a:solidFill>
            <a:prstDash val="dash"/>
          </a:ln>
        </p:spPr>
      </p:sp>
      <p:sp>
        <p:nvSpPr>
          <p:cNvPr id="34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F4B130DA-EFB4-4271-832E-72FDB190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보좌</a:t>
            </a:r>
          </a:p>
        </p:txBody>
      </p:sp>
      <p:sp>
        <p:nvSpPr>
          <p:cNvPr id="35" name="범례-소속기관-색">
            <a:extLst xmlns:a="http://schemas.openxmlformats.org/drawingml/2006/main">
              <a:ext uri="{FF2B5EF4-FFF2-40B4-BE49-F238E27FC236}">
                <a16:creationId xmlns:a16="http://schemas.microsoft.com/office/drawing/2014/main" id="{28C94E7A-9AAC-48BF-8B31-2D0B5E9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81775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B947"/>
          </a:solidFill>
          <a:ln xmlns:a="http://schemas.openxmlformats.org/drawingml/2006/main" w="7620">
            <a:solidFill>
              <a:srgbClr val="2D7D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범례-소속">
            <a:extLst xmlns:a="http://schemas.openxmlformats.org/drawingml/2006/main">
              <a:ext uri="{FF2B5EF4-FFF2-40B4-BE49-F238E27FC236}">
                <a16:creationId xmlns:a16="http://schemas.microsoft.com/office/drawing/2014/main" id="{F1E09E3F-9F92-4B1E-A417-07C9F45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5532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소속기관</a:t>
            </a:r>
          </a:p>
        </p:txBody>
      </p:sp>
      <p:sp>
        <p:nvSpPr>
          <p:cNvPr id="37" name="범례-표식">
            <a:extLst xmlns:a="http://schemas.openxmlformats.org/drawingml/2006/main">
              <a:ext uri="{FF2B5EF4-FFF2-40B4-BE49-F238E27FC236}">
                <a16:creationId xmlns:a16="http://schemas.microsoft.com/office/drawing/2014/main" id="{39C31223-4DB4-43E5-9D98-1D9206D6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532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pPr>
            <a:r>
              <a:rPr sz="713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(가/나) 직무등급  (임) 임기제  (책) 책임운영  (총) 총액  (자) 자율  (평) 평가  (한) 한시</a:t>
            </a:r>
          </a:p>
        </p:txBody>
      </p:sp>
      <p:sp>
        <p:nvSpPr>
          <p:cNvPr id="38" name="쪽번호">
            <a:extLst xmlns:a="http://schemas.openxmlformats.org/drawingml/2006/main">
              <a:ext uri="{FF2B5EF4-FFF2-40B4-BE49-F238E27FC236}">
                <a16:creationId xmlns:a16="http://schemas.microsoft.com/office/drawing/2014/main" id="{2C1C12C8-8359-430B-B6E0-4EC72CDF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307" y="6600825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540232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2026-07-24T04:30:39.1000000Z</dcterms:created>
  <dcterms:modified xsi:type="dcterms:W3CDTF">2026-07-24T04:30:39.1000000Z</dcterms:modified>
</coreProperties>
</file>