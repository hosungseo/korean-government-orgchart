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c5b82acd449d0" /><Relationship Type="http://schemas.openxmlformats.org/officeDocument/2006/relationships/extended-properties" Target="/docProps/app.xml" Id="Rfdc45e4e6ec44d0b" /><Relationship Type="http://schemas.openxmlformats.org/officeDocument/2006/relationships/officeDocument" Target="/ppt/presentation.xml" Id="R65b16a58fab9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129269ea7e4075"/>
  </p:sldMasterIdLst>
  <p:notesMasterIdLst>
    <p:notesMasterId xmlns:r="http://schemas.openxmlformats.org/officeDocument/2006/relationships" r:id="R4160f4631cda44a8"/>
  </p:notesMasterIdLst>
  <p:sldIdLst>
    <p:sldId xmlns:r="http://schemas.openxmlformats.org/officeDocument/2006/relationships" id="256" r:id="R792e1d3267334141"/>
    <p:sldId xmlns:r="http://schemas.openxmlformats.org/officeDocument/2006/relationships" id="257" r:id="Rac47e36ed76948f8"/>
    <p:sldId xmlns:r="http://schemas.openxmlformats.org/officeDocument/2006/relationships" id="258" r:id="Rf99207af5ca7461b"/>
  </p:sldIdLst>
  <p:sldSz cx="10693432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1d22c61f3c497b" /><Relationship Type="http://schemas.openxmlformats.org/officeDocument/2006/relationships/slideMaster" Target="/ppt/slideMasters/slideMaster1.xml" Id="R2c129269ea7e4075" /><Relationship Type="http://schemas.openxmlformats.org/officeDocument/2006/relationships/notesMaster" Target="/ppt/notesMasters/notesMaster1.xml" Id="R4160f4631cda44a8" /><Relationship Type="http://schemas.openxmlformats.org/officeDocument/2006/relationships/presProps" Target="/ppt/presProps.xml" Id="R8ae3f411651041b8" /><Relationship Type="http://schemas.openxmlformats.org/officeDocument/2006/relationships/tableStyles" Target="/ppt/tableStyles.xml" Id="R595d2edcf71d469b" /><Relationship Type="http://schemas.openxmlformats.org/officeDocument/2006/relationships/slide" Target="/ppt/slides/slide1.xml" Id="R792e1d3267334141" /><Relationship Type="http://schemas.openxmlformats.org/officeDocument/2006/relationships/slide" Target="/ppt/slides/slide2.xml" Id="Rac47e36ed76948f8" /><Relationship Type="http://schemas.openxmlformats.org/officeDocument/2006/relationships/slide" Target="/ppt/slides/slide3.xml" Id="Rf99207af5ca746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d9f99af58d42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a3d5198999463d" /><Relationship Type="http://schemas.openxmlformats.org/officeDocument/2006/relationships/notesMaster" Target="/ppt/notesMasters/notesMaster1.xml" Id="Rbec766d21f0e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3b2321ae6b4837" /><Relationship Type="http://schemas.openxmlformats.org/officeDocument/2006/relationships/notesMaster" Target="/ppt/notesMasters/notesMaster1.xml" Id="Re0e1428c37f94e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7a9f1f8e7949da" /><Relationship Type="http://schemas.openxmlformats.org/officeDocument/2006/relationships/notesMaster" Target="/ppt/notesMasters/notesMaster1.xml" Id="R07fc177f83e341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c22178189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621b92bf94a17" /><Relationship Type="http://schemas.openxmlformats.org/officeDocument/2006/relationships/slideLayout" Target="/ppt/slideLayouts/slideLayout1.xml" Id="R2a4d5a28773949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4d5a28773949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fb4c60d1a4d88" /><Relationship Type="http://schemas.openxmlformats.org/officeDocument/2006/relationships/notesSlide" Target="/ppt/notesSlides/notesSlide1.xml" Id="Rf0d44166d49f48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70d5b5f6c4ab8" /><Relationship Type="http://schemas.openxmlformats.org/officeDocument/2006/relationships/notesSlide" Target="/ppt/notesSlides/notesSlide2.xml" Id="Re03e765280044b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b78974a564163" /><Relationship Type="http://schemas.openxmlformats.org/officeDocument/2006/relationships/notesSlide" Target="/ppt/notesSlides/notesSlide3.xml" Id="R8477d7e5e1094e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기관명">
            <a:extLst xmlns:a="http://schemas.openxmlformats.org/drawingml/2006/main">
              <a:ext uri="{FF2B5EF4-FFF2-40B4-BE49-F238E27FC236}">
                <a16:creationId xmlns:a16="http://schemas.microsoft.com/office/drawing/2014/main" id="{C1159F23-E225-4468-A35A-BC65A81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행정혁신부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DCAFD64-DC29-4D73-A697-EE06688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기구 개요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0308ABBE-2FDB-4890-B094-697B269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30F81D-559C-4C8E-BFF4-9B1E3B56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3B61E41-D8A7-4BD1-BEFF-D6D77CA8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784714E-D868-44AA-99AD-1EED0054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769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3757276-5F51-46A1-9C3A-E8B46DA0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9E8F45-AC2C-49C0-9E70-BA0A752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F82A38-E89F-4C15-8236-FDCECEC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4309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8DC84A-CF24-4ACD-B9AB-B833DEE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61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D93DFC5-EBDA-4FC7-87FB-8A2B4810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8BD8DDA-4547-412A-A8B8-FD4F0D2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13" y="4228719"/>
            <a:ext cx="2769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3CCE3F-BD13-4CF2-B96F-BF7D324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1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91F4CB-D84D-4D77-8E23-0E4B0B15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11098A-5B30-4283-B9A5-40F709DD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31782A-C44E-4309-9836-758A7BE4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9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A11DA7-D9BF-4962-9168-1194E1F5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BFD9F0F-439A-4858-B6AE-C13015C8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167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74E945-6B74-4988-9601-4500650B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16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836CD27-B025-4D0C-95D5-ABEE5224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CE0ADC9-FEF3-4D6D-8FBE-2334EABF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30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D16111-562A-458D-B49A-A4BB366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89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5F3008-8211-4EFA-85E8-849B975E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CAF7B1-2AA7-4378-9036-CAA23717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2237994"/>
            <a:ext cx="16615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4CDA31E-F1AB-4325-9ABC-8CD9C13F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50F657-BCEE-485F-8B90-99BA82AB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F9DF95-AC4E-4916-A727-F565DCA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4228719"/>
            <a:ext cx="27693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67D6D5-EFBD-44BA-9018-0B76176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44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A44259D-7018-4C86-99C0-1711AA62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7B67B3-4B2A-4618-80EF-6C260ED2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4228719"/>
            <a:ext cx="16615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A8F901F-0E97-4EFC-A7BD-FB01C7CA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7DF7680-C1AF-437A-B309-18A4A444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9B5B02-BB48-4D35-B82B-918AB81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4228719"/>
            <a:ext cx="16615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08FFE7-5375-4F76-A9BC-014D1F9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F0A786-9DEF-4BD1-A6C1-7E01BB06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12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8A4B9C-3E77-4895-9B27-408C995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64" y="4228719"/>
            <a:ext cx="5538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6E3E56D-BF76-4637-9025-77AE71A8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6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-n-6d736a60">
            <a:extLst xmlns:a="http://schemas.openxmlformats.org/drawingml/2006/main">
              <a:ext uri="{FF2B5EF4-FFF2-40B4-BE49-F238E27FC236}">
                <a16:creationId xmlns:a16="http://schemas.microsoft.com/office/drawing/2014/main" id="{BF188BC7-8B83-406B-9214-EEB6203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801" y="1123950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장관</a:t>
            </a:r>
          </a:p>
        </p:txBody>
      </p:sp>
      <p:sp>
        <p:nvSpPr>
          <p:cNvPr id="39" name="조직-n-4481f335">
            <a:extLst xmlns:a="http://schemas.openxmlformats.org/drawingml/2006/main">
              <a:ext uri="{FF2B5EF4-FFF2-40B4-BE49-F238E27FC236}">
                <a16:creationId xmlns:a16="http://schemas.microsoft.com/office/drawing/2014/main" id="{33C74ED9-2E1C-4A86-A6CC-8748BEF1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212" y="3114675"/>
            <a:ext cx="9258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차관</a:t>
            </a:r>
          </a:p>
        </p:txBody>
      </p:sp>
      <p:sp>
        <p:nvSpPr>
          <p:cNvPr id="40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6AE45FAD-0C94-4618-8435-86D2F01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0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기획조정실</a:t>
            </a:r>
          </a:p>
        </p:txBody>
      </p:sp>
      <p:sp>
        <p:nvSpPr>
          <p:cNvPr id="41" name="조직-n-4ffb2316">
            <a:extLst xmlns:a="http://schemas.openxmlformats.org/drawingml/2006/main">
              <a:ext uri="{FF2B5EF4-FFF2-40B4-BE49-F238E27FC236}">
                <a16:creationId xmlns:a16="http://schemas.microsoft.com/office/drawing/2014/main" id="{3421D55F-D580-4CF9-B89E-44E2E751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526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디지털정부실</a:t>
            </a:r>
          </a:p>
        </p:txBody>
      </p:sp>
      <p:sp>
        <p:nvSpPr>
          <p:cNvPr id="42" name="조직-n-59587b29">
            <a:extLst xmlns:a="http://schemas.openxmlformats.org/drawingml/2006/main">
              <a:ext uri="{FF2B5EF4-FFF2-40B4-BE49-F238E27FC236}">
                <a16:creationId xmlns:a16="http://schemas.microsoft.com/office/drawing/2014/main" id="{87A9B0D8-5750-4805-B14E-3AEFD915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251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재난안전본부</a:t>
            </a:r>
          </a:p>
        </p:txBody>
      </p:sp>
      <p:sp>
        <p:nvSpPr>
          <p:cNvPr id="43" name="조직-n-7ce28e1b">
            <a:extLst xmlns:a="http://schemas.openxmlformats.org/drawingml/2006/main">
              <a:ext uri="{FF2B5EF4-FFF2-40B4-BE49-F238E27FC236}">
                <a16:creationId xmlns:a16="http://schemas.microsoft.com/office/drawing/2014/main" id="{35595147-E7D8-4768-977B-78547CE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977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감사관</a:t>
            </a:r>
          </a:p>
        </p:txBody>
      </p:sp>
      <p:sp>
        <p:nvSpPr>
          <p:cNvPr id="44" name="조직-n-ba6d977a">
            <a:extLst xmlns:a="http://schemas.openxmlformats.org/drawingml/2006/main">
              <a:ext uri="{FF2B5EF4-FFF2-40B4-BE49-F238E27FC236}">
                <a16:creationId xmlns:a16="http://schemas.microsoft.com/office/drawing/2014/main" id="{3AACC94F-8916-4969-8DF2-7EEEF92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703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자치행정국</a:t>
            </a:r>
          </a:p>
        </p:txBody>
      </p:sp>
      <p:sp>
        <p:nvSpPr>
          <p:cNvPr id="45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750E95AB-89F7-4A5D-B47E-218FE006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429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운영지원과</a:t>
            </a:r>
          </a:p>
        </p:txBody>
      </p:sp>
      <p:sp>
        <p:nvSpPr>
          <p:cNvPr id="46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040BC050-D821-4CD3-8BA0-60104F9E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208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</a:t>
            </a:r>
          </a:p>
        </p:txBody>
      </p:sp>
      <p:sp>
        <p:nvSpPr>
          <p:cNvPr id="47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4A2263AB-D4E4-4E77-BBE4-BE7B3A1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154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홍보담당관</a:t>
            </a:r>
          </a:p>
        </p:txBody>
      </p:sp>
      <p:sp>
        <p:nvSpPr>
          <p:cNvPr id="48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DA1ACEC2-808E-4677-8655-255228B4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880" y="5105400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디지털소통팀</a:t>
            </a:r>
          </a:p>
        </p:txBody>
      </p:sp>
      <p:sp>
        <p:nvSpPr>
          <p:cNvPr id="49" name="조직-n-a4fafae2">
            <a:extLst xmlns:a="http://schemas.openxmlformats.org/drawingml/2006/main">
              <a:ext uri="{FF2B5EF4-FFF2-40B4-BE49-F238E27FC236}">
                <a16:creationId xmlns:a16="http://schemas.microsoft.com/office/drawing/2014/main" id="{83ED0F98-3A8D-4D41-AD7B-9D8F437D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606" y="3114675"/>
            <a:ext cx="86402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장관정책보좌관</a:t>
            </a:r>
          </a:p>
        </p:txBody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395355-E27F-444D-95CD-8966346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51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216E093A-8E45-4D1D-98FB-DB7CD7FF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EF4106-2D67-4A0C-B658-68A323C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53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648F088A-A84F-4FC5-83A5-3991FBF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54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6AA7056F-A8FE-454A-8ADF-23F3BF96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40EBB55F-047E-43BD-B87F-EEC3384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56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36B4747F-7E5B-443D-933D-3BA8F17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57" name="쪽번호">
            <a:extLst xmlns:a="http://schemas.openxmlformats.org/drawingml/2006/main">
              <a:ext uri="{FF2B5EF4-FFF2-40B4-BE49-F238E27FC236}">
                <a16:creationId xmlns:a16="http://schemas.microsoft.com/office/drawing/2014/main" id="{9CE9D57B-8B38-4B53-A1F7-F1664578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2079169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기관명">
            <a:extLst xmlns:a="http://schemas.openxmlformats.org/drawingml/2006/main">
              <a:ext uri="{FF2B5EF4-FFF2-40B4-BE49-F238E27FC236}">
                <a16:creationId xmlns:a16="http://schemas.microsoft.com/office/drawing/2014/main" id="{BC8A5CB7-1265-4FB1-A573-DFE9E7F1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행정혁신부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109A93A5-4EEB-4CE9-891C-7A7752E8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C60E8ED5-A63B-48FC-9F85-3101CE0B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DAE7A2D-56C3-436F-B63A-98937AD0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971421-B6E9-4C97-967C-B6AC551A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742E1A-2B80-44D4-B1E7-BA16CB0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741" y="2237994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03FA39-C26B-46F1-A6F1-DDAE5B9F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7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AA137A0-73B9-408A-AD13-0A19C13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CE4759-6251-4929-8011-5AF405F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49DD94E-C198-4A98-B53F-425A69CF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90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2C89DE-7A80-4EE5-9E40-46E908F8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CC108FA-320C-45FB-9F8C-959B2023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2237994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DB60D0D-65A4-4E98-AFDD-1B5A89E3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9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5428AB-7807-4A1F-827F-F6AD662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1DCDF7-4AB5-4A63-BC5A-41360A5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47F660-A968-4969-A232-AB1FD199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3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C88F43-1526-4FE6-AC5E-84626202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B53442-BD8D-4FE2-A4FA-D462FA54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2237994"/>
            <a:ext cx="11329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4A81BE-6E54-42C5-8BB9-060180EB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A017A7-62C4-4786-860C-16E7330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0783C6-C53D-4484-8369-7D61D19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11329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B6C649-9A85-409E-977A-D2880ED1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606442-86A2-4D09-BADA-5C09A2D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8EFEE4-D38C-4807-801C-402DDDCE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2A2A27-B6E0-4F22-9E21-A549B21A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97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DD144C-D6E1-42DA-8861-095DABA3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EAA607-B2F8-4BD4-A5B2-3B4AB633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54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9E505C-F150-4219-977C-8181E7C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5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559216-7318-433D-A2F3-BA36FFD5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C948F4-08EB-406C-8052-3DBE939F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81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68B0B23-5D6A-4547-9855-4FE34CA2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8631090-8B62-4207-94CC-4F60974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A97C8E-A1FC-4DF6-A72E-367FE6B2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AAF3CA6-F3FA-43AD-85CB-4988BC76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6BA82D4-D51A-46B3-8137-5064E3D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0A8834-2F69-4DCF-9DBF-C7D373C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ABB7F74-57A0-4140-B41B-EA9B5BC8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012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EC58A38-0499-4E27-9FEE-B0F5A3B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17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8F129B4-04E3-4A8E-ACE6-BE0B90D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AC5B14-6859-4C67-8FB4-EBFC3606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1863E1A-778F-453E-9C4F-206A963E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2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FC6EDE-8512-4DC3-9F4E-43E35FBE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117F6A4-5698-477E-9048-428DD72C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D122F5-8E5E-4731-8DD1-F88D731A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DD5C2A-4502-4701-9CAC-1AEC7F53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420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C7625A-6BA3-4126-8A65-6428CE0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58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99C0460-C790-4925-B77A-D644C99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0A5D9D-BBE3-4291-85F5-B2DDA4AC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E3A3FB-CD62-4447-9A1D-5A80B3D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91F7890-F043-474E-866A-AF3F2AB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01C4F7E-81D9-48DA-85C4-EC02B814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2237994"/>
            <a:ext cx="90632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29DDDB-76E9-4CF3-A539-B85AE4D3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4875F23-28F7-44A4-A521-1A4C6EE6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99F56D-4821-4D4A-910B-D77231BB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36" y="2237994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1DCC4C-0C06-46DB-914B-1073E7BF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13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7D6B31A-EB1D-4BF7-9BCF-B3830384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C15D5E-7823-4315-87D2-F24AA9B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6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43707B-17D2-432E-9B9E-EB297794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2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BF5B83-D92E-4AD7-B589-B0B8D1B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44EE9E6-A311-4F00-BF87-6A96242D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064121-417A-4911-9414-B499FF93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CCE3D2-B116-4149-A541-7647A596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457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2E83CA-6F7B-43BF-8A8F-D85A65D2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1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F22696C-5739-4004-A5E7-B558869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ECC999F-6FE6-417E-8E42-F134A37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F6DB9E-AF64-44DC-BD8C-84F24838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9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FDA7AE2-4BB6-4274-A732-2FB511F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D8CB8D-2DDD-4713-94D8-8F15AC5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F07261-323D-44C6-A423-D683EE21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7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8875D1-5B85-4208-A120-D0FB7B09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E43189-FE57-438F-898C-6DF8D82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3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F7ABC52-C68C-4A86-AF9B-7514817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552E65-E101-41CF-8C3D-406F3747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D8B3D"/>
            </a:solidFill>
            <a:prstDash val="dash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288E95F-03F2-46F2-B90B-5C6D56CC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224FE8-6DE9-47D5-AD73-6F414D3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309C2A-1D6A-41CA-82F5-21266B8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3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79F873-38FC-47A5-A736-B473D835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48B0F2-171E-43FA-808B-DBD6FD84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13" y="4228719"/>
            <a:ext cx="2265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A60958-74C5-4B89-A990-33079C0D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49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-n-7da5dac3">
            <a:extLst xmlns:a="http://schemas.openxmlformats.org/drawingml/2006/main">
              <a:ext uri="{FF2B5EF4-FFF2-40B4-BE49-F238E27FC236}">
                <a16:creationId xmlns:a16="http://schemas.microsoft.com/office/drawing/2014/main" id="{6679A3C6-8033-4B40-BEDE-8504BD86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" y="112395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기획조정실</a:t>
            </a:r>
          </a:p>
        </p:txBody>
      </p:sp>
      <p:sp>
        <p:nvSpPr>
          <p:cNvPr id="81" name="조직-n-d35fd50b">
            <a:extLst xmlns:a="http://schemas.openxmlformats.org/drawingml/2006/main">
              <a:ext uri="{FF2B5EF4-FFF2-40B4-BE49-F238E27FC236}">
                <a16:creationId xmlns:a16="http://schemas.microsoft.com/office/drawing/2014/main" id="{5EF01924-0946-4CDE-AEDD-D9EE6987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3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2" name="조직-n-f1907300">
            <a:extLst xmlns:a="http://schemas.openxmlformats.org/drawingml/2006/main">
              <a:ext uri="{FF2B5EF4-FFF2-40B4-BE49-F238E27FC236}">
                <a16:creationId xmlns:a16="http://schemas.microsoft.com/office/drawing/2014/main" id="{E8C17FAA-E5AD-4D13-9F60-0A9DE46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9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3" name="조직-n-4ffb2316">
            <a:extLst xmlns:a="http://schemas.openxmlformats.org/drawingml/2006/main">
              <a:ext uri="{FF2B5EF4-FFF2-40B4-BE49-F238E27FC236}">
                <a16:creationId xmlns:a16="http://schemas.microsoft.com/office/drawing/2014/main" id="{1A86EF5A-919C-466B-8BA5-1A842350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368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디지털정부실</a:t>
            </a:r>
          </a:p>
        </p:txBody>
      </p:sp>
      <p:sp>
        <p:nvSpPr>
          <p:cNvPr id="84" name="조직-n-fe39e424">
            <a:extLst xmlns:a="http://schemas.openxmlformats.org/drawingml/2006/main">
              <a:ext uri="{FF2B5EF4-FFF2-40B4-BE49-F238E27FC236}">
                <a16:creationId xmlns:a16="http://schemas.microsoft.com/office/drawing/2014/main" id="{D3CF5909-E038-4BE5-B814-F88B03F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14" y="3114675"/>
            <a:ext cx="106039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공공데이터국</a:t>
            </a:r>
          </a:p>
        </p:txBody>
      </p:sp>
      <p:sp>
        <p:nvSpPr>
          <p:cNvPr id="85" name="조직-n-e5653bfc">
            <a:extLst xmlns:a="http://schemas.openxmlformats.org/drawingml/2006/main">
              <a:ext uri="{FF2B5EF4-FFF2-40B4-BE49-F238E27FC236}">
                <a16:creationId xmlns:a16="http://schemas.microsoft.com/office/drawing/2014/main" id="{220E8071-C90B-4ADC-80DA-121253D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51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6" name="조직-n-841800bb">
            <a:extLst xmlns:a="http://schemas.openxmlformats.org/drawingml/2006/main">
              <a:ext uri="{FF2B5EF4-FFF2-40B4-BE49-F238E27FC236}">
                <a16:creationId xmlns:a16="http://schemas.microsoft.com/office/drawing/2014/main" id="{55580E44-6CE3-47FC-88BB-8C6DCA2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61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87" name="조직-n-946d4490">
            <a:extLst xmlns:a="http://schemas.openxmlformats.org/drawingml/2006/main">
              <a:ext uri="{FF2B5EF4-FFF2-40B4-BE49-F238E27FC236}">
                <a16:creationId xmlns:a16="http://schemas.microsoft.com/office/drawing/2014/main" id="{E308D580-213C-45E3-BE2E-CD2A61C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772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88" name="조직-n-8478d449">
            <a:extLst xmlns:a="http://schemas.openxmlformats.org/drawingml/2006/main">
              <a:ext uri="{FF2B5EF4-FFF2-40B4-BE49-F238E27FC236}">
                <a16:creationId xmlns:a16="http://schemas.microsoft.com/office/drawing/2014/main" id="{9A2D5A35-2D08-4409-BB6F-B275443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448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4D7"/>
          </a:solidFill>
          <a:ln xmlns:a="http://schemas.openxmlformats.org/drawingml/2006/main" w="10954">
            <a:solidFill>
              <a:srgbClr val="2F8F2F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706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54D15"/>
                </a:solidFill>
                <a:latin typeface="맑은 고딕"/>
                <a:ea typeface="맑은 고딕"/>
                <a:cs typeface="맑은 고딕"/>
              </a:rPr>
              <a:t>미래행정추진단 (한) ~2027.12.31</a:t>
            </a:r>
          </a:p>
        </p:txBody>
      </p:sp>
      <p:sp>
        <p:nvSpPr>
          <p:cNvPr id="89" name="조직-n-95341872">
            <a:extLst xmlns:a="http://schemas.openxmlformats.org/drawingml/2006/main">
              <a:ext uri="{FF2B5EF4-FFF2-40B4-BE49-F238E27FC236}">
                <a16:creationId xmlns:a16="http://schemas.microsoft.com/office/drawing/2014/main" id="{EB9171AD-0741-4189-A1D3-A04356F9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3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0" name="조직-n-6569ce3f">
            <a:extLst xmlns:a="http://schemas.openxmlformats.org/drawingml/2006/main">
              <a:ext uri="{FF2B5EF4-FFF2-40B4-BE49-F238E27FC236}">
                <a16:creationId xmlns:a16="http://schemas.microsoft.com/office/drawing/2014/main" id="{B6A278B2-00A0-42EB-B83F-0953BD40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3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dce1c846">
            <a:extLst xmlns:a="http://schemas.openxmlformats.org/drawingml/2006/main">
              <a:ext uri="{FF2B5EF4-FFF2-40B4-BE49-F238E27FC236}">
                <a16:creationId xmlns:a16="http://schemas.microsoft.com/office/drawing/2014/main" id="{66C74E31-71B1-42DE-8A9A-20DBCD7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617" y="3114675"/>
            <a:ext cx="1060396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인공지능정책국</a:t>
            </a:r>
          </a:p>
        </p:txBody>
      </p:sp>
      <p:sp>
        <p:nvSpPr>
          <p:cNvPr id="92" name="조직-n-3589572c">
            <a:extLst xmlns:a="http://schemas.openxmlformats.org/drawingml/2006/main">
              <a:ext uri="{FF2B5EF4-FFF2-40B4-BE49-F238E27FC236}">
                <a16:creationId xmlns:a16="http://schemas.microsoft.com/office/drawing/2014/main" id="{3B698F74-02FF-42D4-86C6-3C591C3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254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3" name="조직-n-7e692e90">
            <a:extLst xmlns:a="http://schemas.openxmlformats.org/drawingml/2006/main">
              <a:ext uri="{FF2B5EF4-FFF2-40B4-BE49-F238E27FC236}">
                <a16:creationId xmlns:a16="http://schemas.microsoft.com/office/drawing/2014/main" id="{26441A90-D5F3-4D55-A729-AB96861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41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4" name="조직-n-6de43f89">
            <a:extLst xmlns:a="http://schemas.openxmlformats.org/drawingml/2006/main">
              <a:ext uri="{FF2B5EF4-FFF2-40B4-BE49-F238E27FC236}">
                <a16:creationId xmlns:a16="http://schemas.microsoft.com/office/drawing/2014/main" id="{A81477C9-C1C7-4899-816D-F2C4C1DA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575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59587b29">
            <a:extLst xmlns:a="http://schemas.openxmlformats.org/drawingml/2006/main">
              <a:ext uri="{FF2B5EF4-FFF2-40B4-BE49-F238E27FC236}">
                <a16:creationId xmlns:a16="http://schemas.microsoft.com/office/drawing/2014/main" id="{5B04A861-E892-4127-97C6-B853CC3B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072" y="1123950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재난안전본부</a:t>
            </a:r>
          </a:p>
        </p:txBody>
      </p:sp>
      <p:sp>
        <p:nvSpPr>
          <p:cNvPr id="96" name="조직-n-22489e6b">
            <a:extLst xmlns:a="http://schemas.openxmlformats.org/drawingml/2006/main">
              <a:ext uri="{FF2B5EF4-FFF2-40B4-BE49-F238E27FC236}">
                <a16:creationId xmlns:a16="http://schemas.microsoft.com/office/drawing/2014/main" id="{DBE29C3D-13FE-461D-9A1A-17D4541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36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</p:txBody>
      </p:sp>
      <p:sp>
        <p:nvSpPr>
          <p:cNvPr id="97" name="조직-n-503ea92a">
            <a:extLst xmlns:a="http://schemas.openxmlformats.org/drawingml/2006/main">
              <a:ext uri="{FF2B5EF4-FFF2-40B4-BE49-F238E27FC236}">
                <a16:creationId xmlns:a16="http://schemas.microsoft.com/office/drawing/2014/main" id="{50C5F03B-66FD-46D9-B900-8AD3F2DF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819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안전정책국</a:t>
            </a:r>
          </a:p>
        </p:txBody>
      </p:sp>
      <p:sp>
        <p:nvSpPr>
          <p:cNvPr id="98" name="조직-n-ef17ce5a">
            <a:extLst xmlns:a="http://schemas.openxmlformats.org/drawingml/2006/main">
              <a:ext uri="{FF2B5EF4-FFF2-40B4-BE49-F238E27FC236}">
                <a16:creationId xmlns:a16="http://schemas.microsoft.com/office/drawing/2014/main" id="{FB27E472-C355-475E-BDB3-5E872B6B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896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9" name="조직-n-59acffbc">
            <a:extLst xmlns:a="http://schemas.openxmlformats.org/drawingml/2006/main">
              <a:ext uri="{FF2B5EF4-FFF2-40B4-BE49-F238E27FC236}">
                <a16:creationId xmlns:a16="http://schemas.microsoft.com/office/drawing/2014/main" id="{F0C64110-E041-49FB-BD31-7490064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05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b8e24bc0">
            <a:extLst xmlns:a="http://schemas.openxmlformats.org/drawingml/2006/main">
              <a:ext uri="{FF2B5EF4-FFF2-40B4-BE49-F238E27FC236}">
                <a16:creationId xmlns:a16="http://schemas.microsoft.com/office/drawing/2014/main" id="{2184E821-9462-43AF-9616-4A25DD24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217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조직-n-32c62895">
            <a:extLst xmlns:a="http://schemas.openxmlformats.org/drawingml/2006/main">
              <a:ext uri="{FF2B5EF4-FFF2-40B4-BE49-F238E27FC236}">
                <a16:creationId xmlns:a16="http://schemas.microsoft.com/office/drawing/2014/main" id="{9B09931E-6F0B-4E1F-BA18-BEE6C453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01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재난대응국</a:t>
            </a:r>
          </a:p>
        </p:txBody>
      </p:sp>
      <p:sp>
        <p:nvSpPr>
          <p:cNvPr id="102" name="조직-n-8f4167d2">
            <a:extLst xmlns:a="http://schemas.openxmlformats.org/drawingml/2006/main">
              <a:ext uri="{FF2B5EF4-FFF2-40B4-BE49-F238E27FC236}">
                <a16:creationId xmlns:a16="http://schemas.microsoft.com/office/drawing/2014/main" id="{6335261E-1B12-46E4-97CB-58E851EF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37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조직-n-b861413d">
            <a:extLst xmlns:a="http://schemas.openxmlformats.org/drawingml/2006/main">
              <a:ext uri="{FF2B5EF4-FFF2-40B4-BE49-F238E27FC236}">
                <a16:creationId xmlns:a16="http://schemas.microsoft.com/office/drawing/2014/main" id="{A0E41E6C-F9A6-4007-9B3E-2D9EA7FD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538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조직-n-8fdbc51a">
            <a:extLst xmlns:a="http://schemas.openxmlformats.org/drawingml/2006/main">
              <a:ext uri="{FF2B5EF4-FFF2-40B4-BE49-F238E27FC236}">
                <a16:creationId xmlns:a16="http://schemas.microsoft.com/office/drawing/2014/main" id="{4CE56357-3065-4483-B3A1-CC88B4E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99" y="5105400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조직-n-ba6d977a">
            <a:extLst xmlns:a="http://schemas.openxmlformats.org/drawingml/2006/main">
              <a:ext uri="{FF2B5EF4-FFF2-40B4-BE49-F238E27FC236}">
                <a16:creationId xmlns:a16="http://schemas.microsoft.com/office/drawing/2014/main" id="{A2D17BE3-AB5B-46D9-A2C7-CA73A3E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782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자치행정국</a:t>
            </a:r>
          </a:p>
        </p:txBody>
      </p:sp>
      <p:sp>
        <p:nvSpPr>
          <p:cNvPr id="106" name="조직-n-24439513">
            <a:extLst xmlns:a="http://schemas.openxmlformats.org/drawingml/2006/main">
              <a:ext uri="{FF2B5EF4-FFF2-40B4-BE49-F238E27FC236}">
                <a16:creationId xmlns:a16="http://schemas.microsoft.com/office/drawing/2014/main" id="{DD7F5DFF-0B17-442E-9375-5A2BB8E4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859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f55de84e">
            <a:extLst xmlns:a="http://schemas.openxmlformats.org/drawingml/2006/main">
              <a:ext uri="{FF2B5EF4-FFF2-40B4-BE49-F238E27FC236}">
                <a16:creationId xmlns:a16="http://schemas.microsoft.com/office/drawing/2014/main" id="{A5AD3E7B-712A-4741-BF60-137B97B5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02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조직-n-07bfd9a9">
            <a:extLst xmlns:a="http://schemas.openxmlformats.org/drawingml/2006/main">
              <a:ext uri="{FF2B5EF4-FFF2-40B4-BE49-F238E27FC236}">
                <a16:creationId xmlns:a16="http://schemas.microsoft.com/office/drawing/2014/main" id="{82DFC181-5CAD-4ABE-93D8-A808AE8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180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8BA77536-AD8C-443D-81F0-BBBA8D04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56" y="112395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</a:t>
            </a:r>
          </a:p>
        </p:txBody>
      </p:sp>
      <p:sp>
        <p:nvSpPr>
          <p:cNvPr id="110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182A23F8-8B66-4053-B014-87E79025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34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1" name="조직-n-ad88cef8">
            <a:extLst xmlns:a="http://schemas.openxmlformats.org/drawingml/2006/main">
              <a:ext uri="{FF2B5EF4-FFF2-40B4-BE49-F238E27FC236}">
                <a16:creationId xmlns:a16="http://schemas.microsoft.com/office/drawing/2014/main" id="{D0368061-D057-4ACA-93D9-C7D0EF4B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501" y="3114675"/>
            <a:ext cx="304800" cy="12573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털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7030D0C-3B5A-4A2B-99F9-7DB2D6E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E63DD084-6447-4488-846E-27F88C59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523FCD-2B14-4832-BF05-E561F60C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1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37DE8E52-809E-497A-99E4-6A25BB09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1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C2BCEA70-2264-4BA1-9037-456098C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EC556C7B-BB64-44FC-8763-8422F30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1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6B602DCF-10B3-48E9-BDFB-A0362BFB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119" name="쪽번호">
            <a:extLst xmlns:a="http://schemas.openxmlformats.org/drawingml/2006/main">
              <a:ext uri="{FF2B5EF4-FFF2-40B4-BE49-F238E27FC236}">
                <a16:creationId xmlns:a16="http://schemas.microsoft.com/office/drawing/2014/main" id="{523217FA-967A-4DD9-A632-41C9DF9E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50176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기관명">
            <a:extLst xmlns:a="http://schemas.openxmlformats.org/drawingml/2006/main">
              <a:ext uri="{FF2B5EF4-FFF2-40B4-BE49-F238E27FC236}">
                <a16:creationId xmlns:a16="http://schemas.microsoft.com/office/drawing/2014/main" id="{51730405-4B73-4590-865F-D55EEA8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행정혁신부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CC974EDB-01CC-4EFD-B459-0E7B68AC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9F0B3D6C-8D5B-4645-86D1-7D5CC82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2025.11.25.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909204B-ABD6-448F-80B8-831DB1FF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-n-b2cb730a">
            <a:extLst xmlns:a="http://schemas.openxmlformats.org/drawingml/2006/main">
              <a:ext uri="{FF2B5EF4-FFF2-40B4-BE49-F238E27FC236}">
                <a16:creationId xmlns:a16="http://schemas.microsoft.com/office/drawing/2014/main" id="{BAB440DE-AF11-4EA2-B4DF-5111639A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880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국가행정연구원</a:t>
            </a:r>
          </a:p>
        </p:txBody>
      </p:sp>
      <p:sp>
        <p:nvSpPr>
          <p:cNvPr id="6" name="조직-n-3496e32d">
            <a:extLst xmlns:a="http://schemas.openxmlformats.org/drawingml/2006/main">
              <a:ext uri="{FF2B5EF4-FFF2-40B4-BE49-F238E27FC236}">
                <a16:creationId xmlns:a16="http://schemas.microsoft.com/office/drawing/2014/main" id="{3A0D8743-A203-4E4A-AAC1-6DE54F6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646" y="1123950"/>
            <a:ext cx="114490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지방행정교육원</a:t>
            </a:r>
          </a:p>
        </p:txBody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1F5789-668D-4C2F-8541-867BD338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8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8FED6B72-59EF-4653-A33C-FF02F69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F7B883F-B859-4203-8B0E-9AF2C400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0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A954C598-F948-4F6D-9970-64BCD95C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1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4E2DF943-D9E1-48D4-9E4B-8A052EF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6D7F98B1-5904-4AF4-9250-E5BA518C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3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9B4EC7E8-AC5B-4C2A-ADC2-6BC911DC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(연) 연구직  (지) 지도직  (전) 전문직·전문경력관  (임) 임기제  (별) 별정직  (특) 특정직  (책) 책임운영  (총) 총액  (자) 자율  (평) 평가  (한) 한시</a:t>
            </a:r>
          </a:p>
        </p:txBody>
      </p:sp>
      <p:sp>
        <p:nvSpPr>
          <p:cNvPr id="14" name="쪽번호">
            <a:extLst xmlns:a="http://schemas.openxmlformats.org/drawingml/2006/main">
              <a:ext uri="{FF2B5EF4-FFF2-40B4-BE49-F238E27FC236}">
                <a16:creationId xmlns:a16="http://schemas.microsoft.com/office/drawing/2014/main" id="{0F5260E5-CD6D-4460-BA21-D36CE1F0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657361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2026-07-24T21:31:07.6090000Z</dcterms:created>
  <dcterms:modified xsi:type="dcterms:W3CDTF">2026-07-24T21:31:07.6090000Z</dcterms:modified>
</coreProperties>
</file>