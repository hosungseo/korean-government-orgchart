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eba9d5f04d4380" /><Relationship Type="http://schemas.openxmlformats.org/officeDocument/2006/relationships/extended-properties" Target="/docProps/app.xml" Id="Re407931caa6347f0" /><Relationship Type="http://schemas.openxmlformats.org/officeDocument/2006/relationships/officeDocument" Target="/ppt/presentation.xml" Id="Rf0b8304abe454c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a8501df1ed4d6b"/>
  </p:sldMasterIdLst>
  <p:notesMasterIdLst>
    <p:notesMasterId xmlns:r="http://schemas.openxmlformats.org/officeDocument/2006/relationships" r:id="R363d00d4ad9c4adc"/>
  </p:notesMasterIdLst>
  <p:sldIdLst>
    <p:sldId xmlns:r="http://schemas.openxmlformats.org/officeDocument/2006/relationships" id="256" r:id="Ree00dbaf9b46435d"/>
    <p:sldId xmlns:r="http://schemas.openxmlformats.org/officeDocument/2006/relationships" id="257" r:id="R639be5f24ebf4df9"/>
    <p:sldId xmlns:r="http://schemas.openxmlformats.org/officeDocument/2006/relationships" id="258" r:id="R77af0ce14fe142fe"/>
    <p:sldId xmlns:r="http://schemas.openxmlformats.org/officeDocument/2006/relationships" id="259" r:id="R8bdd6909a0ae46e8"/>
    <p:sldId xmlns:r="http://schemas.openxmlformats.org/officeDocument/2006/relationships" id="260" r:id="Ra5d56c0e7aa34fe7"/>
    <p:sldId xmlns:r="http://schemas.openxmlformats.org/officeDocument/2006/relationships" id="261" r:id="Rdd3af20ba4fc4e7e"/>
    <p:sldId xmlns:r="http://schemas.openxmlformats.org/officeDocument/2006/relationships" id="262" r:id="R112ca57248d64a99"/>
    <p:sldId xmlns:r="http://schemas.openxmlformats.org/officeDocument/2006/relationships" id="263" r:id="Rdfd7d6828a144ff4"/>
    <p:sldId xmlns:r="http://schemas.openxmlformats.org/officeDocument/2006/relationships" id="264" r:id="R047a5df8ba52427a"/>
    <p:sldId xmlns:r="http://schemas.openxmlformats.org/officeDocument/2006/relationships" id="265" r:id="Rd08cb0b74e7c446a"/>
  </p:sldIdLst>
  <p:sldSz cx="10693432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a3a15c84a84b38" /><Relationship Type="http://schemas.openxmlformats.org/officeDocument/2006/relationships/slideMaster" Target="/ppt/slideMasters/slideMaster1.xml" Id="Rffa8501df1ed4d6b" /><Relationship Type="http://schemas.openxmlformats.org/officeDocument/2006/relationships/notesMaster" Target="/ppt/notesMasters/notesMaster1.xml" Id="R363d00d4ad9c4adc" /><Relationship Type="http://schemas.openxmlformats.org/officeDocument/2006/relationships/presProps" Target="/ppt/presProps.xml" Id="Rbc7798c56de84a6e" /><Relationship Type="http://schemas.openxmlformats.org/officeDocument/2006/relationships/tableStyles" Target="/ppt/tableStyles.xml" Id="R50128a4ae4144fc5" /><Relationship Type="http://schemas.openxmlformats.org/officeDocument/2006/relationships/slide" Target="/ppt/slides/slide1.xml" Id="Ree00dbaf9b46435d" /><Relationship Type="http://schemas.openxmlformats.org/officeDocument/2006/relationships/slide" Target="/ppt/slides/slide2.xml" Id="R639be5f24ebf4df9" /><Relationship Type="http://schemas.openxmlformats.org/officeDocument/2006/relationships/slide" Target="/ppt/slides/slide3.xml" Id="R77af0ce14fe142fe" /><Relationship Type="http://schemas.openxmlformats.org/officeDocument/2006/relationships/slide" Target="/ppt/slides/slide4.xml" Id="R8bdd6909a0ae46e8" /><Relationship Type="http://schemas.openxmlformats.org/officeDocument/2006/relationships/slide" Target="/ppt/slides/slide5.xml" Id="Ra5d56c0e7aa34fe7" /><Relationship Type="http://schemas.openxmlformats.org/officeDocument/2006/relationships/slide" Target="/ppt/slides/slide6.xml" Id="Rdd3af20ba4fc4e7e" /><Relationship Type="http://schemas.openxmlformats.org/officeDocument/2006/relationships/slide" Target="/ppt/slides/slide7.xml" Id="R112ca57248d64a99" /><Relationship Type="http://schemas.openxmlformats.org/officeDocument/2006/relationships/slide" Target="/ppt/slides/slide8.xml" Id="Rdfd7d6828a144ff4" /><Relationship Type="http://schemas.openxmlformats.org/officeDocument/2006/relationships/slide" Target="/ppt/slides/slide9.xml" Id="R047a5df8ba52427a" /><Relationship Type="http://schemas.openxmlformats.org/officeDocument/2006/relationships/slide" Target="/ppt/slides/slide10.xml" Id="Rd08cb0b74e7c44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713273265f42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0fc56632dc478c" /><Relationship Type="http://schemas.openxmlformats.org/officeDocument/2006/relationships/notesMaster" Target="/ppt/notesMasters/notesMaster1.xml" Id="R965ddfe7a6b649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61c1e8b65c45a6" /><Relationship Type="http://schemas.openxmlformats.org/officeDocument/2006/relationships/notesMaster" Target="/ppt/notesMasters/notesMaster1.xml" Id="R9830f2103cd24f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a1a850053b48bf" /><Relationship Type="http://schemas.openxmlformats.org/officeDocument/2006/relationships/notesMaster" Target="/ppt/notesMasters/notesMaster1.xml" Id="R517555dbb6a248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8eef21ab9b42ec" /><Relationship Type="http://schemas.openxmlformats.org/officeDocument/2006/relationships/notesMaster" Target="/ppt/notesMasters/notesMaster1.xml" Id="Rc77c59c30ac341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4e35e2da574041" /><Relationship Type="http://schemas.openxmlformats.org/officeDocument/2006/relationships/notesMaster" Target="/ppt/notesMasters/notesMaster1.xml" Id="Rc01b77a1dd8345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aa97b7cf164e66" /><Relationship Type="http://schemas.openxmlformats.org/officeDocument/2006/relationships/notesMaster" Target="/ppt/notesMasters/notesMaster1.xml" Id="R161e1bac359b43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29d3027a414617" /><Relationship Type="http://schemas.openxmlformats.org/officeDocument/2006/relationships/notesMaster" Target="/ppt/notesMasters/notesMaster1.xml" Id="R5edc51f8fcd149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7354eb89d644cc" /><Relationship Type="http://schemas.openxmlformats.org/officeDocument/2006/relationships/notesMaster" Target="/ppt/notesMasters/notesMaster1.xml" Id="R713a5659fbe747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a37dd4785942fe" /><Relationship Type="http://schemas.openxmlformats.org/officeDocument/2006/relationships/notesMaster" Target="/ppt/notesMasters/notesMaster1.xml" Id="Rc67e26b52d8a49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5c3195cc904aca" /><Relationship Type="http://schemas.openxmlformats.org/officeDocument/2006/relationships/notesMaster" Target="/ppt/notesMasters/notesMaster1.xml" Id="Rce2fc3a98b0b49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98ad08dc914b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af2be8f59c4ec3" /><Relationship Type="http://schemas.openxmlformats.org/officeDocument/2006/relationships/slideLayout" Target="/ppt/slideLayouts/slideLayout1.xml" Id="R20f9d2d0c5ef40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f9d2d0c5ef40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db33a942a4565" /><Relationship Type="http://schemas.openxmlformats.org/officeDocument/2006/relationships/notesSlide" Target="/ppt/notesSlides/notesSlide1.xml" Id="R2c1a7af6d27a4d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e3b06ecd343ff" /><Relationship Type="http://schemas.openxmlformats.org/officeDocument/2006/relationships/notesSlide" Target="/ppt/notesSlides/notesSlide2.xml" Id="Rd6040bf6d47141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250014dbb44f7" /><Relationship Type="http://schemas.openxmlformats.org/officeDocument/2006/relationships/notesSlide" Target="/ppt/notesSlides/notesSlide3.xml" Id="R043b22edebf845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84ed4255445b1" /><Relationship Type="http://schemas.openxmlformats.org/officeDocument/2006/relationships/notesSlide" Target="/ppt/notesSlides/notesSlide4.xml" Id="R8b2e83558ad749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1f49ac6614c07" /><Relationship Type="http://schemas.openxmlformats.org/officeDocument/2006/relationships/notesSlide" Target="/ppt/notesSlides/notesSlide5.xml" Id="Rb63093333ac541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0691c8a054a55" /><Relationship Type="http://schemas.openxmlformats.org/officeDocument/2006/relationships/notesSlide" Target="/ppt/notesSlides/notesSlide6.xml" Id="R6c931d38a95c4b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91593bacc4d7f" /><Relationship Type="http://schemas.openxmlformats.org/officeDocument/2006/relationships/notesSlide" Target="/ppt/notesSlides/notesSlide7.xml" Id="R7c4c8eb1f5f54a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0b4b8ab57461e" /><Relationship Type="http://schemas.openxmlformats.org/officeDocument/2006/relationships/notesSlide" Target="/ppt/notesSlides/notesSlide8.xml" Id="R3b5b079100e843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b0f75af074d13" /><Relationship Type="http://schemas.openxmlformats.org/officeDocument/2006/relationships/notesSlide" Target="/ppt/notesSlides/notesSlide9.xml" Id="R37461c187b3a42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113e814f84932" /><Relationship Type="http://schemas.openxmlformats.org/officeDocument/2006/relationships/notesSlide" Target="/ppt/notesSlides/notesSlide10.xml" Id="R85b6f1450d3f45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기관명">
            <a:extLst xmlns:a="http://schemas.openxmlformats.org/drawingml/2006/main">
              <a:ext uri="{FF2B5EF4-FFF2-40B4-BE49-F238E27FC236}">
                <a16:creationId xmlns:a16="http://schemas.microsoft.com/office/drawing/2014/main" id="{7A627C1A-22B6-4476-AEA6-2A62BD2C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행정안전부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8A9ADCBE-81D8-46CA-B213-BDA426E5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본부 기구 개요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59E4765F-3E23-40C0-AB5A-C4759FA2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2025.11.25.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FAC8A90-595D-47D2-8FEA-B2CFA761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9C045CB-AF74-482F-90D3-C56289BF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78EEEC7-6136-440A-A7B6-87D37D52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311547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24ADD4B-8FC6-4030-B14C-76BDF652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19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27CD89F-F334-432A-91C7-97E84019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17E6884-5E41-4C7E-B8FE-DA5E258E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46732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88F22C6-A172-4052-8ACE-D6F9CD41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993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267FA98-CDAB-4174-B536-14ADEE39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0D40A01-65E5-4AC2-BE64-779C5203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98" y="4228719"/>
            <a:ext cx="311547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E3F9AAA-2213-4A3E-B0C2-2D455378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9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A681204-20E2-485D-A97E-8CD939ED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26F3E00-2CAE-4CFD-A20B-AEC5784C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4228719"/>
            <a:ext cx="6230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637C787-DA6C-4BB6-838C-C4351972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072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A86F121-2623-4C81-999D-42410BAE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4B9CB1F-4C9A-42CB-BEF4-A38AF067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C124E4B-E309-4FE4-B2DA-75789132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8B6652B-96B8-4C39-9919-04CB4579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4228719"/>
            <a:ext cx="12461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A839696-7EB1-426F-B603-FC708B75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16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45DBF08-6BDF-40D1-B72C-C0498CAF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19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67B6ECE-CF34-4CCF-BA21-E66E026E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551" y="4228719"/>
            <a:ext cx="9346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303FD4D-3F47-4238-A5B5-4D9D8570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55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D322CEB-0276-47CA-AC8F-4D014860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19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0E9E7CF-6E7D-4E32-9937-A8FD65A2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195" y="4228719"/>
            <a:ext cx="3115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61FE1DC-9FFC-4B18-9F92-FC69E0B2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742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33E4D19-95D9-4306-A656-7C8C5AD9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19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38F28B3-37C3-41E8-A8A0-29B7A2C5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647" y="4228719"/>
            <a:ext cx="3115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C0A0CDF-1413-4AAC-94C8-BFCB3B13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64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597BF59-F26C-4E2D-9FBF-873C670D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19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1044C76-64F1-4134-89BA-E7EFB70B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195" y="4228719"/>
            <a:ext cx="9346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AD63D0A-B4B3-4DB3-8457-D4A5FBDE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83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C9A2FBD-9B5D-4B4E-A56B-4E9D020D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FC7930A-2FC4-4BCD-A677-6571FC91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2237994"/>
            <a:ext cx="155773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F45D526-F0FC-48D2-BE97-9D7281EF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CE3452A-694B-489F-9A23-D62D67E7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DA7CD5A-3982-4636-8BCB-746C905C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4228719"/>
            <a:ext cx="311547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C0DD342-9EA0-4510-B95E-0B80C992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45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D6A75CD-2C8C-4DB4-9E98-D820A1DC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3F5BC19-53DD-46E1-8F66-A238327A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594" y="4228719"/>
            <a:ext cx="249238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6837DAC-A78D-43A5-A24F-03B91796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59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AB5070F-8C6F-4CA7-B1DF-91F80E88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A915201-C7AA-496B-B008-E67ADEDE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689" y="4228719"/>
            <a:ext cx="18692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7079435-03C3-467B-A7F6-7AE3C966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68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0DB024B-9452-4FE7-AF0D-E1555A13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490E452-2B8D-4D13-9779-4E95B013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5881" y="4228719"/>
            <a:ext cx="6230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06BB5C8-BF58-407F-8FC5-0FEF4653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588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E6411DC-4A93-4879-8634-A48990F1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BAF7858-C176-4D71-B983-951C01C9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4228719"/>
            <a:ext cx="249238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80E1EB3-1DD1-43CC-84DB-1A6E30E7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35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DA9F0E6-C0C5-4056-A519-B3E1E6A3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03BA793-4BEB-48B8-B449-7C6ADC36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4228719"/>
            <a:ext cx="18692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3D98A2D-E861-4F50-B23A-CA4E0EAE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26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325CB45-8DCC-4982-979A-ECD1AC4C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BCB7CCD-826B-44A7-8ECE-23CBE040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785" y="4228719"/>
            <a:ext cx="12461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3297E04-CCC8-4B54-A251-A83A1FCE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78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8" name="조직-n-6d736a60">
            <a:extLst xmlns:a="http://schemas.openxmlformats.org/drawingml/2006/main">
              <a:ext uri="{FF2B5EF4-FFF2-40B4-BE49-F238E27FC236}">
                <a16:creationId xmlns:a16="http://schemas.microsoft.com/office/drawing/2014/main" id="{65F6F00A-1481-4046-B183-812727BF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801" y="1123950"/>
            <a:ext cx="9258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AEC6F0"/>
          </a:solidFill>
          <a:ln xmlns:a="http://schemas.openxmlformats.org/drawingml/2006/main" w="10954">
            <a:solidFill>
              <a:srgbClr val="00004E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장관</a:t>
            </a:r>
          </a:p>
        </p:txBody>
      </p:sp>
      <p:sp>
        <p:nvSpPr>
          <p:cNvPr id="59" name="조직-n-4481f335">
            <a:extLst xmlns:a="http://schemas.openxmlformats.org/drawingml/2006/main">
              <a:ext uri="{FF2B5EF4-FFF2-40B4-BE49-F238E27FC236}">
                <a16:creationId xmlns:a16="http://schemas.microsoft.com/office/drawing/2014/main" id="{C7E2398C-18EC-45C4-B4D2-7F829D56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6062" y="3114675"/>
            <a:ext cx="9258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AEC6F0"/>
          </a:solidFill>
          <a:ln xmlns:a="http://schemas.openxmlformats.org/drawingml/2006/main" w="10954">
            <a:solidFill>
              <a:srgbClr val="00004E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차관</a:t>
            </a:r>
          </a:p>
        </p:txBody>
      </p:sp>
      <p:sp>
        <p:nvSpPr>
          <p:cNvPr id="60" name="조직-n-7da5dac3">
            <a:extLst xmlns:a="http://schemas.openxmlformats.org/drawingml/2006/main">
              <a:ext uri="{FF2B5EF4-FFF2-40B4-BE49-F238E27FC236}">
                <a16:creationId xmlns:a16="http://schemas.microsoft.com/office/drawing/2014/main" id="{5970E818-B358-42A3-8BA5-4E9DA661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98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61" name="조직-n-3b01aefc">
            <a:extLst xmlns:a="http://schemas.openxmlformats.org/drawingml/2006/main">
              <a:ext uri="{FF2B5EF4-FFF2-40B4-BE49-F238E27FC236}">
                <a16:creationId xmlns:a16="http://schemas.microsoft.com/office/drawing/2014/main" id="{925642B2-320E-44C9-9BA2-D304E162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194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62" name="조직-n-d69fbf30">
            <a:extLst xmlns:a="http://schemas.openxmlformats.org/drawingml/2006/main">
              <a:ext uri="{FF2B5EF4-FFF2-40B4-BE49-F238E27FC236}">
                <a16:creationId xmlns:a16="http://schemas.microsoft.com/office/drawing/2014/main" id="{B064AF6C-063B-40AD-AC18-B4C9FF99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289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63" name="조직-n-ab808015">
            <a:extLst xmlns:a="http://schemas.openxmlformats.org/drawingml/2006/main">
              <a:ext uri="{FF2B5EF4-FFF2-40B4-BE49-F238E27FC236}">
                <a16:creationId xmlns:a16="http://schemas.microsoft.com/office/drawing/2014/main" id="{CAC0CC17-9E72-4975-BC6A-F376BC53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385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</a:t>
            </a:r>
          </a:p>
        </p:txBody>
      </p:sp>
      <p:sp>
        <p:nvSpPr>
          <p:cNvPr id="64" name="조직-n-faacece0">
            <a:extLst xmlns:a="http://schemas.openxmlformats.org/drawingml/2006/main">
              <a:ext uri="{FF2B5EF4-FFF2-40B4-BE49-F238E27FC236}">
                <a16:creationId xmlns:a16="http://schemas.microsoft.com/office/drawing/2014/main" id="{B4B44DBE-610C-409A-997B-A7390E85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481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926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경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65" name="조직-n-7ce28e1b">
            <a:extLst xmlns:a="http://schemas.openxmlformats.org/drawingml/2006/main">
              <a:ext uri="{FF2B5EF4-FFF2-40B4-BE49-F238E27FC236}">
                <a16:creationId xmlns:a16="http://schemas.microsoft.com/office/drawing/2014/main" id="{1B5FEB8A-59D9-43E7-9B00-B34256D7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577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66" name="조직-n-2c157682">
            <a:extLst xmlns:a="http://schemas.openxmlformats.org/drawingml/2006/main">
              <a:ext uri="{FF2B5EF4-FFF2-40B4-BE49-F238E27FC236}">
                <a16:creationId xmlns:a16="http://schemas.microsoft.com/office/drawing/2014/main" id="{299B16F0-A874-4427-A8CC-B0D9150C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672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67" name="조직-n-274000ce">
            <a:extLst xmlns:a="http://schemas.openxmlformats.org/drawingml/2006/main">
              <a:ext uri="{FF2B5EF4-FFF2-40B4-BE49-F238E27FC236}">
                <a16:creationId xmlns:a16="http://schemas.microsoft.com/office/drawing/2014/main" id="{043F72B7-5A42-4F45-9350-42A63EFC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768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68" name="조직-n-7c34e405">
            <a:extLst xmlns:a="http://schemas.openxmlformats.org/drawingml/2006/main">
              <a:ext uri="{FF2B5EF4-FFF2-40B4-BE49-F238E27FC236}">
                <a16:creationId xmlns:a16="http://schemas.microsoft.com/office/drawing/2014/main" id="{C912C7C4-598D-4A4A-BF5E-287B8CCF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864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69" name="조직-n-7d826907">
            <a:extLst xmlns:a="http://schemas.openxmlformats.org/drawingml/2006/main">
              <a:ext uri="{FF2B5EF4-FFF2-40B4-BE49-F238E27FC236}">
                <a16:creationId xmlns:a16="http://schemas.microsoft.com/office/drawing/2014/main" id="{864E2028-CEFE-4C1F-9E6D-BE2C77C5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8959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70" name="조직-n-0fe8378e">
            <a:extLst xmlns:a="http://schemas.openxmlformats.org/drawingml/2006/main">
              <a:ext uri="{FF2B5EF4-FFF2-40B4-BE49-F238E27FC236}">
                <a16:creationId xmlns:a16="http://schemas.microsoft.com/office/drawing/2014/main" id="{282B8B00-12BA-4EB4-BF68-8AF65020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055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1" name="조직-n-e618142f">
            <a:extLst xmlns:a="http://schemas.openxmlformats.org/drawingml/2006/main">
              <a:ext uri="{FF2B5EF4-FFF2-40B4-BE49-F238E27FC236}">
                <a16:creationId xmlns:a16="http://schemas.microsoft.com/office/drawing/2014/main" id="{46A4CC86-EFE9-4E73-BE08-23E13E62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7372" y="3114675"/>
            <a:ext cx="96964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대변인 (가)</a:t>
            </a:r>
          </a:p>
        </p:txBody>
      </p:sp>
      <p:sp>
        <p:nvSpPr>
          <p:cNvPr id="72" name="조직-n-f5907c1d">
            <a:extLst xmlns:a="http://schemas.openxmlformats.org/drawingml/2006/main">
              <a:ext uri="{FF2B5EF4-FFF2-40B4-BE49-F238E27FC236}">
                <a16:creationId xmlns:a16="http://schemas.microsoft.com/office/drawing/2014/main" id="{407D057C-7F11-4DDC-A626-C19FCDB7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151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인</a:t>
            </a:r>
          </a:p>
        </p:txBody>
      </p:sp>
      <p:sp>
        <p:nvSpPr>
          <p:cNvPr id="73" name="조직-n-f02b3bbf">
            <a:extLst xmlns:a="http://schemas.openxmlformats.org/drawingml/2006/main">
              <a:ext uri="{FF2B5EF4-FFF2-40B4-BE49-F238E27FC236}">
                <a16:creationId xmlns:a16="http://schemas.microsoft.com/office/drawing/2014/main" id="{D8FD31A7-A401-4665-ADAF-B4DA70ED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8247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74" name="조직-n-67f14651">
            <a:extLst xmlns:a="http://schemas.openxmlformats.org/drawingml/2006/main">
              <a:ext uri="{FF2B5EF4-FFF2-40B4-BE49-F238E27FC236}">
                <a16:creationId xmlns:a16="http://schemas.microsoft.com/office/drawing/2014/main" id="{9180677A-23B1-4358-B2C2-8CC14BAD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1342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75" name="조직-n-ad88cef8">
            <a:extLst xmlns:a="http://schemas.openxmlformats.org/drawingml/2006/main">
              <a:ext uri="{FF2B5EF4-FFF2-40B4-BE49-F238E27FC236}">
                <a16:creationId xmlns:a16="http://schemas.microsoft.com/office/drawing/2014/main" id="{45490ABA-FBFC-47E1-8B55-914F8878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438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76" name="조직-n-a4fafae2">
            <a:extLst xmlns:a="http://schemas.openxmlformats.org/drawingml/2006/main">
              <a:ext uri="{FF2B5EF4-FFF2-40B4-BE49-F238E27FC236}">
                <a16:creationId xmlns:a16="http://schemas.microsoft.com/office/drawing/2014/main" id="{62E19BDF-279C-45AE-971A-36884E3C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534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7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565F511-A46A-43D0-9AD0-C6E6D066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78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60BF8375-9938-4999-83C5-ADD5A9F7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7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0D255F4-7099-4C2C-ACCE-C41CCA83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80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62B43771-D9EB-4475-8A2C-67459E82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81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6E70A154-960D-4F4F-82C8-D52977BD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1A939E7E-E09D-4DBD-B76A-BC30101C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83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64428AF6-4E14-4C16-BE7D-A7B9DF74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(임) 임기제  (책) 책임운영  (총) 총액  (자) 자율  (평) 평가  (한) 한시</a:t>
            </a:r>
          </a:p>
        </p:txBody>
      </p:sp>
      <p:sp>
        <p:nvSpPr>
          <p:cNvPr id="84" name="쪽번호">
            <a:extLst xmlns:a="http://schemas.openxmlformats.org/drawingml/2006/main">
              <a:ext uri="{FF2B5EF4-FFF2-40B4-BE49-F238E27FC236}">
                <a16:creationId xmlns:a16="http://schemas.microsoft.com/office/drawing/2014/main" id="{9D7E1FC5-14AD-4D1F-B82B-9181C01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 / 10</a:t>
            </a:r>
          </a:p>
        </p:txBody>
      </p:sp>
    </p:spTree>
    <p:extLst>
      <p:ext uri="{BB962C8B-B14F-4D97-AF65-F5344CB8AC3E}">
        <p14:creationId xmlns:p14="http://schemas.microsoft.com/office/powerpoint/2010/main" val="12785312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1" name="기관명">
            <a:extLst xmlns:a="http://schemas.openxmlformats.org/drawingml/2006/main">
              <a:ext uri="{FF2B5EF4-FFF2-40B4-BE49-F238E27FC236}">
                <a16:creationId xmlns:a16="http://schemas.microsoft.com/office/drawing/2014/main" id="{62500117-0707-4E4B-A73D-8C826B66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행정안전부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F57AFBDE-5B05-4696-8B12-E9FB1219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본부 하부조직 (1)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28A36314-9D87-4912-9EBA-51555E34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2025.11.25.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6861BA8-5034-4D57-929A-5AFE6A1E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161269B-1345-4142-A913-B3D01B80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0A2F22C-2B81-480E-B26B-9BFC8D40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2237994"/>
            <a:ext cx="13594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63993DE-A65F-4EE4-8207-BA278E40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58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7326BB1-493E-4115-9E9E-596B4A1A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31FBA8F-7ACB-4B3B-B3C1-3B96B714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2237994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7BB1648-59D1-4237-B599-B7B4193D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5290DC6-5861-4769-A1CA-7BDA5391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EC6551D-D89D-4D6C-A7ED-6F7E2686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457" y="2237994"/>
            <a:ext cx="181264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C2ABAAE-5FDB-454F-BEE7-77CA5333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45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436E68E-B9ED-4AC5-98AD-F0D9625E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33614BC-5DA6-4FBD-857D-8798B976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851" y="2237994"/>
            <a:ext cx="13594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0BDE915-8AAF-45B3-8D90-58D47B6D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85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0E63EE9-A701-4915-92C7-58AF21D9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250E044-431A-4535-A695-09162E99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2237994"/>
            <a:ext cx="181264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9175287-458C-4DFB-8C86-A29376F7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697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BC5C2A9-C316-43C7-8658-D0F972D8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2B44D21-E5F3-4B80-AB96-F490C8D5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2237994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97FDB1F-ABD6-42EF-BF55-BB7B2985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49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1F0A452-0D27-4D9E-A1F9-4C1B6ED8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5784580-5CC5-44E8-A187-860C339D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172" y="2237994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A28719B-8822-4BA1-8B23-F6865A9E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17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D6B6726-1DAF-40E1-8B83-B1B43399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7954FB1-A2CF-4B00-95A4-1A920B8F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012" y="2237994"/>
            <a:ext cx="9063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1BEE895-113C-482B-BDE5-F6874E28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01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A5A2D95-2C68-492E-B570-B8B2CFB3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D0BA1E5-6CDA-478A-86D3-3F42FFB1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2237994"/>
            <a:ext cx="226580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A61A3AD-3F27-49AD-BDEB-56056C2F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13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8D6A8F6-561F-46B9-91BE-FAACDBE4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AB0696F-7C86-4DD3-A65F-AEBCC632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691" y="2237994"/>
            <a:ext cx="181264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1FFF325-69D0-4BF9-AA2E-3F3E712D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69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87A8DDE-9920-4953-8BFA-2E86D921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65D3810-30A2-43D3-ABBB-FE6E7F9F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2237994"/>
            <a:ext cx="13594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1ABAF1C-E3B8-4A13-91DA-33991746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81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660BEB6-F9B1-406A-8A4F-7498EE1D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445BBD9-535F-4DBC-A038-03C9D303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2237994"/>
            <a:ext cx="9063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4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5E3EDD9-23CA-46F3-B89F-492E6873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65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4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E96575A-B77A-4A2C-B7E8-704B96FC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F7D95A1-C00A-485C-B336-F783F84D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30" y="2237994"/>
            <a:ext cx="226580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4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4E165D5-B0D0-4087-B1DA-B1F88E4C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3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4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83CD96C-42DB-479D-AA3D-0E9D5800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4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D0F5F5F-C7C3-48ED-A166-9F8EFB67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7CA0390-38A8-4F96-B705-67DCEE5B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58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D7DE26E-1D5D-4FC2-BFA6-79FED6A1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580" y="4228719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3057982-8601-4431-9617-84451908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174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616E95E-8207-49AC-9805-FC6155F6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58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83A5D70-1024-41FC-B000-9B501518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580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A1CB5C3-BFFB-4B0C-AA9B-219654AB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58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8156B44-F8DD-4597-96B9-BAC02B10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5420" y="4228719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9BD4B00-009A-4479-BBF1-BE7BB53B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5420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5DA8DF1-C5D7-4536-A4CC-314CA8E0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58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1CA19F6-BF2B-4F68-A43B-55A9AD5D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259" y="4228719"/>
            <a:ext cx="9063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E435B45-D339-4E29-BCA1-5CE5A982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25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4CC0973-1E7C-42C4-956F-5C14B9FF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58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CC38577-29D2-4F30-8F1B-847AF0BD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580" y="4228719"/>
            <a:ext cx="9063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F6AC287-A221-4E3C-B8E5-855A9C7F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90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3253908-76D1-42E0-9182-E28F3BA4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1DD9978-D759-4DE8-9823-470219B7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2778" y="4228719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1D4E42B-5445-4E39-93B6-ECE8B9C9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277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100CF90-AF5E-4F2D-808C-EFC403B2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9C50442-B251-4935-AD0E-4C111DD8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4228719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7120897-0927-4B03-9576-FAC26907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BCF3BB3-A2D7-4B2C-9B76-92C602EB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A95B365-2999-448E-8C7B-0EDADF4A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AB12D68-9458-4A24-B836-2493EE9C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45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8E25988-ED80-4EDA-80BF-69E04EA8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296" y="4228719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D265195-2A71-4908-A530-B5A1A473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29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2363EC6-14D3-4CC7-876E-E5DE2524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45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8AFF2B3-4D5F-4550-B90C-E2F7FDF7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45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33FE7B6-F0BC-4C7F-8858-B47639B9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45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FC7F1E1-2919-446D-A405-F7F74649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457" y="4228719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26EF3E2-FD1A-4141-BF46-93592CDC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61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6" name="조직-n-7da5dac3">
            <a:extLst xmlns:a="http://schemas.openxmlformats.org/drawingml/2006/main">
              <a:ext uri="{FF2B5EF4-FFF2-40B4-BE49-F238E27FC236}">
                <a16:creationId xmlns:a16="http://schemas.microsoft.com/office/drawing/2014/main" id="{F7B6E931-AB40-41B6-B5C5-CA4B5970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695" y="1123950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기획조정실 (가)</a:t>
            </a:r>
          </a:p>
        </p:txBody>
      </p:sp>
      <p:sp>
        <p:nvSpPr>
          <p:cNvPr id="77" name="조직-n-6deaabb8">
            <a:extLst xmlns:a="http://schemas.openxmlformats.org/drawingml/2006/main">
              <a:ext uri="{FF2B5EF4-FFF2-40B4-BE49-F238E27FC236}">
                <a16:creationId xmlns:a16="http://schemas.microsoft.com/office/drawing/2014/main" id="{059A027B-4AEE-4C9A-A36A-0187D2AE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30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926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78" name="조직-n-0c663167">
            <a:extLst xmlns:a="http://schemas.openxmlformats.org/drawingml/2006/main">
              <a:ext uri="{FF2B5EF4-FFF2-40B4-BE49-F238E27FC236}">
                <a16:creationId xmlns:a16="http://schemas.microsoft.com/office/drawing/2014/main" id="{FE6299A0-AEC6-468E-8375-A4471AAC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91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79" name="조직-n-79f6b9b6">
            <a:extLst xmlns:a="http://schemas.openxmlformats.org/drawingml/2006/main">
              <a:ext uri="{FF2B5EF4-FFF2-40B4-BE49-F238E27FC236}">
                <a16:creationId xmlns:a16="http://schemas.microsoft.com/office/drawing/2014/main" id="{01D10761-BF48-4E2A-A514-95E9578E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451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80" name="조직-n-ca391c93">
            <a:extLst xmlns:a="http://schemas.openxmlformats.org/drawingml/2006/main">
              <a:ext uri="{FF2B5EF4-FFF2-40B4-BE49-F238E27FC236}">
                <a16:creationId xmlns:a16="http://schemas.microsoft.com/office/drawing/2014/main" id="{7F45CE7B-7CAB-47AD-A5BF-8F580E84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612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81" name="조직-n-fbd46cf9">
            <a:extLst xmlns:a="http://schemas.openxmlformats.org/drawingml/2006/main">
              <a:ext uri="{FF2B5EF4-FFF2-40B4-BE49-F238E27FC236}">
                <a16:creationId xmlns:a16="http://schemas.microsoft.com/office/drawing/2014/main" id="{92DB5B2F-E64F-4328-B3C1-84A47B3A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8772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82" name="조직-n-d35fd50b">
            <a:extLst xmlns:a="http://schemas.openxmlformats.org/drawingml/2006/main">
              <a:ext uri="{FF2B5EF4-FFF2-40B4-BE49-F238E27FC236}">
                <a16:creationId xmlns:a16="http://schemas.microsoft.com/office/drawing/2014/main" id="{C8118521-F7ED-4B95-9A74-FAAD13F4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933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926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83" name="조직-n-225837b1">
            <a:extLst xmlns:a="http://schemas.openxmlformats.org/drawingml/2006/main">
              <a:ext uri="{FF2B5EF4-FFF2-40B4-BE49-F238E27FC236}">
                <a16:creationId xmlns:a16="http://schemas.microsoft.com/office/drawing/2014/main" id="{B9EFD20D-F7D0-4C64-8921-C375B74C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093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성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84" name="조직-n-f1907300">
            <a:extLst xmlns:a="http://schemas.openxmlformats.org/drawingml/2006/main">
              <a:ext uri="{FF2B5EF4-FFF2-40B4-BE49-F238E27FC236}">
                <a16:creationId xmlns:a16="http://schemas.microsoft.com/office/drawing/2014/main" id="{6A4990A0-E1CF-4C46-BF4C-1B6CD487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254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85" name="조직-n-ba7a45b8">
            <a:extLst xmlns:a="http://schemas.openxmlformats.org/drawingml/2006/main">
              <a:ext uri="{FF2B5EF4-FFF2-40B4-BE49-F238E27FC236}">
                <a16:creationId xmlns:a16="http://schemas.microsoft.com/office/drawing/2014/main" id="{A5C01BAB-F7C8-45E6-B101-8C8D2A0E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1415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86" name="조직-n-dd5ea767">
            <a:extLst xmlns:a="http://schemas.openxmlformats.org/drawingml/2006/main">
              <a:ext uri="{FF2B5EF4-FFF2-40B4-BE49-F238E27FC236}">
                <a16:creationId xmlns:a16="http://schemas.microsoft.com/office/drawing/2014/main" id="{A34395E9-6754-44F5-8E2F-A01AE2D9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575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87" name="조직-n-946d4490">
            <a:extLst xmlns:a="http://schemas.openxmlformats.org/drawingml/2006/main">
              <a:ext uri="{FF2B5EF4-FFF2-40B4-BE49-F238E27FC236}">
                <a16:creationId xmlns:a16="http://schemas.microsoft.com/office/drawing/2014/main" id="{9FCFB3D1-1AA1-4CA2-9583-A49E1F09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736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88" name="조직-n-3b01aefc">
            <a:extLst xmlns:a="http://schemas.openxmlformats.org/drawingml/2006/main">
              <a:ext uri="{FF2B5EF4-FFF2-40B4-BE49-F238E27FC236}">
                <a16:creationId xmlns:a16="http://schemas.microsoft.com/office/drawing/2014/main" id="{80D6E401-C7D7-4A13-8CD0-DC612A83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646" y="1123950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인공지능정부실 (가)</a:t>
            </a:r>
          </a:p>
        </p:txBody>
      </p:sp>
      <p:sp>
        <p:nvSpPr>
          <p:cNvPr id="89" name="조직-n-dbbbe3ff">
            <a:extLst xmlns:a="http://schemas.openxmlformats.org/drawingml/2006/main">
              <a:ext uri="{FF2B5EF4-FFF2-40B4-BE49-F238E27FC236}">
                <a16:creationId xmlns:a16="http://schemas.microsoft.com/office/drawing/2014/main" id="{696B4664-6819-46BA-BDB8-5138780B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6259" y="3114675"/>
            <a:ext cx="1060396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54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인공지능정부기반국 (나)</a:t>
            </a:r>
          </a:p>
        </p:txBody>
      </p:sp>
      <p:sp>
        <p:nvSpPr>
          <p:cNvPr id="90" name="조직-n-f0e36c7f">
            <a:extLst xmlns:a="http://schemas.openxmlformats.org/drawingml/2006/main">
              <a:ext uri="{FF2B5EF4-FFF2-40B4-BE49-F238E27FC236}">
                <a16:creationId xmlns:a16="http://schemas.microsoft.com/office/drawing/2014/main" id="{F8567817-A9DF-4316-8A5B-AD922748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0896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1" name="조직-n-59f1931c">
            <a:extLst xmlns:a="http://schemas.openxmlformats.org/drawingml/2006/main">
              <a:ext uri="{FF2B5EF4-FFF2-40B4-BE49-F238E27FC236}">
                <a16:creationId xmlns:a16="http://schemas.microsoft.com/office/drawing/2014/main" id="{A9ABFE67-336A-490E-A82D-84180898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057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2" name="조직-n-5147f31c">
            <a:extLst xmlns:a="http://schemas.openxmlformats.org/drawingml/2006/main">
              <a:ext uri="{FF2B5EF4-FFF2-40B4-BE49-F238E27FC236}">
                <a16:creationId xmlns:a16="http://schemas.microsoft.com/office/drawing/2014/main" id="{A37D7172-AFBA-4D13-92A4-282744C5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217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3" name="조직-n-9c8de693">
            <a:extLst xmlns:a="http://schemas.openxmlformats.org/drawingml/2006/main">
              <a:ext uri="{FF2B5EF4-FFF2-40B4-BE49-F238E27FC236}">
                <a16:creationId xmlns:a16="http://schemas.microsoft.com/office/drawing/2014/main" id="{1C3DD9F7-E54B-4FEF-95A7-DEC19E4B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740" y="3114675"/>
            <a:ext cx="1060396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932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인공지능정부서비스국</a:t>
            </a:r>
          </a:p>
        </p:txBody>
      </p:sp>
      <p:sp>
        <p:nvSpPr>
          <p:cNvPr id="94" name="조직-n-3589572c">
            <a:extLst xmlns:a="http://schemas.openxmlformats.org/drawingml/2006/main">
              <a:ext uri="{FF2B5EF4-FFF2-40B4-BE49-F238E27FC236}">
                <a16:creationId xmlns:a16="http://schemas.microsoft.com/office/drawing/2014/main" id="{9A822AF3-50C2-4494-BF72-35EEFA1B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378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5" name="조직-n-dd4a13a6">
            <a:extLst xmlns:a="http://schemas.openxmlformats.org/drawingml/2006/main">
              <a:ext uri="{FF2B5EF4-FFF2-40B4-BE49-F238E27FC236}">
                <a16:creationId xmlns:a16="http://schemas.microsoft.com/office/drawing/2014/main" id="{229F818E-F1D0-4003-86AE-FC006392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3538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맞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6" name="조직-n-39927ce9">
            <a:extLst xmlns:a="http://schemas.openxmlformats.org/drawingml/2006/main">
              <a:ext uri="{FF2B5EF4-FFF2-40B4-BE49-F238E27FC236}">
                <a16:creationId xmlns:a16="http://schemas.microsoft.com/office/drawing/2014/main" id="{C0224A78-67F1-4468-9671-2D49DD90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99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7" name="조직-n-6865ad99">
            <a:extLst xmlns:a="http://schemas.openxmlformats.org/drawingml/2006/main">
              <a:ext uri="{FF2B5EF4-FFF2-40B4-BE49-F238E27FC236}">
                <a16:creationId xmlns:a16="http://schemas.microsoft.com/office/drawing/2014/main" id="{72E2D0DC-D227-4D18-87EA-53CEC8C8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313" y="3114675"/>
            <a:ext cx="123253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인공지능정부정책국</a:t>
            </a:r>
          </a:p>
        </p:txBody>
      </p:sp>
      <p:sp>
        <p:nvSpPr>
          <p:cNvPr id="98" name="조직-n-f63a1572">
            <a:extLst xmlns:a="http://schemas.openxmlformats.org/drawingml/2006/main">
              <a:ext uri="{FF2B5EF4-FFF2-40B4-BE49-F238E27FC236}">
                <a16:creationId xmlns:a16="http://schemas.microsoft.com/office/drawing/2014/main" id="{B9E26E0D-E9D7-43BB-9A74-FBC8382A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9859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9" name="조직-n-281552e5">
            <a:extLst xmlns:a="http://schemas.openxmlformats.org/drawingml/2006/main">
              <a:ext uri="{FF2B5EF4-FFF2-40B4-BE49-F238E27FC236}">
                <a16:creationId xmlns:a16="http://schemas.microsoft.com/office/drawing/2014/main" id="{C90E0507-621E-447C-B031-BA26D4F0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020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0" name="조직-n-08413606">
            <a:extLst xmlns:a="http://schemas.openxmlformats.org/drawingml/2006/main">
              <a:ext uri="{FF2B5EF4-FFF2-40B4-BE49-F238E27FC236}">
                <a16:creationId xmlns:a16="http://schemas.microsoft.com/office/drawing/2014/main" id="{BDC70C95-90AE-4478-BF25-41B15F3C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6180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1" name="조직-n-f76368b6">
            <a:extLst xmlns:a="http://schemas.openxmlformats.org/drawingml/2006/main">
              <a:ext uri="{FF2B5EF4-FFF2-40B4-BE49-F238E27FC236}">
                <a16:creationId xmlns:a16="http://schemas.microsoft.com/office/drawing/2014/main" id="{92E12277-5399-4E33-B70B-42C9B2B2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341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2" name="조직-n-8a1b177a">
            <a:extLst xmlns:a="http://schemas.openxmlformats.org/drawingml/2006/main">
              <a:ext uri="{FF2B5EF4-FFF2-40B4-BE49-F238E27FC236}">
                <a16:creationId xmlns:a16="http://schemas.microsoft.com/office/drawing/2014/main" id="{5948E08B-523F-4EEB-9646-60B0B520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2501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BE17FF4-DEDE-4F6D-A1B1-201DB2AC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04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D4F02392-DE8B-4634-964F-FBEDB127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10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12B4B98-3188-4E0A-9886-29CC353F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106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D4C07DC6-37E6-4564-9EFB-4E5F87F7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107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64CC9C1F-2FF3-49F7-A962-96D63C68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8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07AEBA2F-D812-4DD4-97C9-53161DC5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109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36E3901B-6FEC-4F2B-AC8B-520273DD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(임) 임기제  (책) 책임운영  (총) 총액  (자) 자율  (평) 평가  (한) 한시</a:t>
            </a:r>
          </a:p>
        </p:txBody>
      </p:sp>
      <p:sp>
        <p:nvSpPr>
          <p:cNvPr id="110" name="쪽번호">
            <a:extLst xmlns:a="http://schemas.openxmlformats.org/drawingml/2006/main">
              <a:ext uri="{FF2B5EF4-FFF2-40B4-BE49-F238E27FC236}">
                <a16:creationId xmlns:a16="http://schemas.microsoft.com/office/drawing/2014/main" id="{4FC8EF6A-1700-4A83-AC8C-DA103E7D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2 / 10</a:t>
            </a:r>
          </a:p>
        </p:txBody>
      </p:sp>
    </p:spTree>
    <p:extLst>
      <p:ext uri="{BB962C8B-B14F-4D97-AF65-F5344CB8AC3E}">
        <p14:creationId xmlns:p14="http://schemas.microsoft.com/office/powerpoint/2010/main" val="10366005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기관명">
            <a:extLst xmlns:a="http://schemas.openxmlformats.org/drawingml/2006/main">
              <a:ext uri="{FF2B5EF4-FFF2-40B4-BE49-F238E27FC236}">
                <a16:creationId xmlns:a16="http://schemas.microsoft.com/office/drawing/2014/main" id="{AEDE9EA2-B1E0-4AB4-9AF8-25FEEF6F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행정안전부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7B6A9824-C9B0-4513-AF50-132BB0E5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본부 하부조직 (2)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B4AC1100-3D79-4FA6-8599-EF343F39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2025.11.25.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124FE93-75EE-4F6B-8EB2-B69B21D1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ECE1C39-C8B4-49AE-8E01-CB12ACB1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EFADF67-4E3B-4201-8469-2F2C3DC3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37385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700249A-1141-4705-9EDC-C3B955E7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29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2B6B61B-6CBC-4CFB-927B-7C69B740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08895DF-95CB-4500-938B-207A2BBD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9346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42EB2D3-2275-40E5-8EA4-307524B5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35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807D71C-0B2A-43F5-A14D-4B3965F9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AF5BA80-0AE3-4B9F-83A7-38B0855A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429" y="2237994"/>
            <a:ext cx="18692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BDA2477-AF2D-4896-A2A1-48C0C93E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42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25B94AE-71DA-486D-BD29-AE904017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F75932B-4175-45D8-9683-6CA3770A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594" y="2237994"/>
            <a:ext cx="40501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20B5AAE-7EE8-41EA-BF0A-C1010531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59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0B5DC84-2EF5-4908-865E-FDB51548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29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B3D27A3-8B04-4E06-A5E5-052AB786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290" y="4228719"/>
            <a:ext cx="3115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5FB41CA-8FEF-41F0-915F-45E55D06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83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9A84F2A-488A-42D6-9327-A4C156DA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29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C86D980-FA22-48F1-856B-E142D7A4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742" y="4228719"/>
            <a:ext cx="3115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69E7DC1-A599-4798-9CCC-56C647EA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742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D647F3B-A48F-4C8F-A400-F898671F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29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CAA7F56-FF95-4903-809B-10D1C457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290" y="4228719"/>
            <a:ext cx="9346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911CFF4-EF56-4448-9478-7C4142E4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993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9807895-696C-4321-933D-0B4A6205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29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5B5125D-5D65-4376-9391-A7E8136D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647" y="4228719"/>
            <a:ext cx="9346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95EA7DB-3E91-4B5B-9DB4-96B65A07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64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8FAF3A2-CC24-45D3-9EE8-D1C098D4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35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533F670-4839-447E-AD76-7E75EF4F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264" y="4228719"/>
            <a:ext cx="6230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6505DE1-8C36-41CB-95DA-2AC1C77F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26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93372E0-8A85-4DCF-A0B6-20CE530F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35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FF6BEF3-2004-4EBC-A793-607876EC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359" y="4228719"/>
            <a:ext cx="6230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9BD431A-B92D-4CD3-8808-9DD85D59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45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1FBB491-2C07-47AC-99A2-A78B3F24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35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3E336D7-F07A-4F39-8123-638276D5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35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776773C-9605-4C85-A66D-A3014B8C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35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28D7970-F9A6-4FC0-B818-3E376129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359" y="4228719"/>
            <a:ext cx="12461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AA0BDB3-36EE-4733-AE7A-55978421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55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A6BD38B-F62F-4B4D-A9E3-9C0B430D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35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780527A-49AC-48DA-9F53-B9509493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168" y="4228719"/>
            <a:ext cx="12461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B6A2811-A9DD-4279-AF98-F91A1FB1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16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9FFF089-EB05-4953-B9F1-71141196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42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8C84848-22E2-42F5-9985-21AD4D25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5881" y="4228719"/>
            <a:ext cx="3115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FDEDFD3-40BD-42B0-B2C6-0EE47146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588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AB93A0F-3708-4000-8DA2-B3BA224E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42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31DC35C-DE3E-48BF-ADAC-C80AA784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429" y="4228719"/>
            <a:ext cx="3115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B25B2BA-3F7C-4B7F-A803-E19B5E58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7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2DCDE6C-8E6F-44A6-A1D8-9E81D9E1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42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D09B1A4-F3DF-483F-A9B9-3BEAB6CF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785" y="4228719"/>
            <a:ext cx="9346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18F29E4-E8A8-42B8-9ADB-FFFB1D09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78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9E8ACDE-3D95-4BF9-86B2-2387896C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42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8A039F6-9DEB-405E-8874-0F8DE859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429" y="4228719"/>
            <a:ext cx="9346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6B888B0-CC43-4841-8240-E9053D4B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072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BC01F2C-2DC9-434D-A0A5-221528A9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59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43A17CE-9094-43F5-9B12-0742E93F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98" y="4228719"/>
            <a:ext cx="6230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B4D94EB-6597-43F1-9D26-46592B3E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9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15EE6DB-6291-438F-AB57-D254DD96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59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F39DE54-7D49-4695-816C-18FEF644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59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E98D629-22E0-4FAB-A513-0A104DE9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59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F5BAEFA-278A-43BF-A1BE-9EF11DA2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594" y="4228719"/>
            <a:ext cx="6230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6F010FE-DB37-4A61-92D6-2620B593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68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3" name="조직-n-d69fbf30">
            <a:extLst xmlns:a="http://schemas.openxmlformats.org/drawingml/2006/main">
              <a:ext uri="{FF2B5EF4-FFF2-40B4-BE49-F238E27FC236}">
                <a16:creationId xmlns:a16="http://schemas.microsoft.com/office/drawing/2014/main" id="{0F12A039-B648-4A02-BFAE-3191DA25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078" y="1123950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자치혁신실 (가)(평)</a:t>
            </a:r>
          </a:p>
        </p:txBody>
      </p:sp>
      <p:sp>
        <p:nvSpPr>
          <p:cNvPr id="64" name="조직-n-085788f1">
            <a:extLst xmlns:a="http://schemas.openxmlformats.org/drawingml/2006/main">
              <a:ext uri="{FF2B5EF4-FFF2-40B4-BE49-F238E27FC236}">
                <a16:creationId xmlns:a16="http://schemas.microsoft.com/office/drawing/2014/main" id="{65708428-69F5-41AB-A289-077233A3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956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균형발전국 (나)(평)</a:t>
            </a:r>
          </a:p>
        </p:txBody>
      </p:sp>
      <p:sp>
        <p:nvSpPr>
          <p:cNvPr id="65" name="조직-n-6e94f846">
            <a:extLst xmlns:a="http://schemas.openxmlformats.org/drawingml/2006/main">
              <a:ext uri="{FF2B5EF4-FFF2-40B4-BE49-F238E27FC236}">
                <a16:creationId xmlns:a16="http://schemas.microsoft.com/office/drawing/2014/main" id="{DD459FDB-703C-4978-9502-1D23B82C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98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66" name="조직-n-ea4a891f">
            <a:extLst xmlns:a="http://schemas.openxmlformats.org/drawingml/2006/main">
              <a:ext uri="{FF2B5EF4-FFF2-40B4-BE49-F238E27FC236}">
                <a16:creationId xmlns:a16="http://schemas.microsoft.com/office/drawing/2014/main" id="{F93BBB4F-D8A3-4BEE-B566-406589E8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194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67" name="조직-n-cd80e079">
            <a:extLst xmlns:a="http://schemas.openxmlformats.org/drawingml/2006/main">
              <a:ext uri="{FF2B5EF4-FFF2-40B4-BE49-F238E27FC236}">
                <a16:creationId xmlns:a16="http://schemas.microsoft.com/office/drawing/2014/main" id="{4535363A-F989-4257-962F-434A305A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289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68" name="조직-n-75b035fb">
            <a:extLst xmlns:a="http://schemas.openxmlformats.org/drawingml/2006/main">
              <a:ext uri="{FF2B5EF4-FFF2-40B4-BE49-F238E27FC236}">
                <a16:creationId xmlns:a16="http://schemas.microsoft.com/office/drawing/2014/main" id="{FB607AEB-06CD-485A-88AC-92A86D56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976" y="3114675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사회연대경제국 (평)</a:t>
            </a:r>
          </a:p>
        </p:txBody>
      </p:sp>
      <p:sp>
        <p:nvSpPr>
          <p:cNvPr id="69" name="조직-n-daefe4e9">
            <a:extLst xmlns:a="http://schemas.openxmlformats.org/drawingml/2006/main">
              <a:ext uri="{FF2B5EF4-FFF2-40B4-BE49-F238E27FC236}">
                <a16:creationId xmlns:a16="http://schemas.microsoft.com/office/drawing/2014/main" id="{0E91B955-5453-44DD-AAE7-B8C9A8D1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385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동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0" name="조직-n-ef67ba78">
            <a:extLst xmlns:a="http://schemas.openxmlformats.org/drawingml/2006/main">
              <a:ext uri="{FF2B5EF4-FFF2-40B4-BE49-F238E27FC236}">
                <a16:creationId xmlns:a16="http://schemas.microsoft.com/office/drawing/2014/main" id="{00A9E62C-598E-4F5C-8D45-BB3FA893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481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경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1" name="조직-n-09dd31e8">
            <a:extLst xmlns:a="http://schemas.openxmlformats.org/drawingml/2006/main">
              <a:ext uri="{FF2B5EF4-FFF2-40B4-BE49-F238E27FC236}">
                <a16:creationId xmlns:a16="http://schemas.microsoft.com/office/drawing/2014/main" id="{75958CA2-3211-4681-ACC2-5DD65C17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577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경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2" name="조직-n-985f8dab">
            <a:extLst xmlns:a="http://schemas.openxmlformats.org/drawingml/2006/main">
              <a:ext uri="{FF2B5EF4-FFF2-40B4-BE49-F238E27FC236}">
                <a16:creationId xmlns:a16="http://schemas.microsoft.com/office/drawing/2014/main" id="{6BECA904-DF13-47DF-A7D1-5416B78D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672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3" name="조직-n-b3447630">
            <a:extLst xmlns:a="http://schemas.openxmlformats.org/drawingml/2006/main">
              <a:ext uri="{FF2B5EF4-FFF2-40B4-BE49-F238E27FC236}">
                <a16:creationId xmlns:a16="http://schemas.microsoft.com/office/drawing/2014/main" id="{6FEFBA06-9ADD-4255-80F8-F1BCB022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722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자치분권국</a:t>
            </a:r>
          </a:p>
        </p:txBody>
      </p:sp>
      <p:sp>
        <p:nvSpPr>
          <p:cNvPr id="74" name="조직-n-b4243bbc">
            <a:extLst xmlns:a="http://schemas.openxmlformats.org/drawingml/2006/main">
              <a:ext uri="{FF2B5EF4-FFF2-40B4-BE49-F238E27FC236}">
                <a16:creationId xmlns:a16="http://schemas.microsoft.com/office/drawing/2014/main" id="{36D769E0-357A-4A4B-AEF3-24E2E766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768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5" name="조직-n-77080c0b">
            <a:extLst xmlns:a="http://schemas.openxmlformats.org/drawingml/2006/main">
              <a:ext uri="{FF2B5EF4-FFF2-40B4-BE49-F238E27FC236}">
                <a16:creationId xmlns:a16="http://schemas.microsoft.com/office/drawing/2014/main" id="{E156C793-A522-4B8D-9D6E-B2824544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864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6" name="조직-n-607b9e2b">
            <a:extLst xmlns:a="http://schemas.openxmlformats.org/drawingml/2006/main">
              <a:ext uri="{FF2B5EF4-FFF2-40B4-BE49-F238E27FC236}">
                <a16:creationId xmlns:a16="http://schemas.microsoft.com/office/drawing/2014/main" id="{0973CE1E-2885-449A-AAA7-F83ADF63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8959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7" name="조직-n-cdd7cf98">
            <a:extLst xmlns:a="http://schemas.openxmlformats.org/drawingml/2006/main">
              <a:ext uri="{FF2B5EF4-FFF2-40B4-BE49-F238E27FC236}">
                <a16:creationId xmlns:a16="http://schemas.microsoft.com/office/drawing/2014/main" id="{ACA5D473-7DBC-46B9-A8F5-5DB781CB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055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8" name="조직-n-a4601606">
            <a:extLst xmlns:a="http://schemas.openxmlformats.org/drawingml/2006/main">
              <a:ext uri="{FF2B5EF4-FFF2-40B4-BE49-F238E27FC236}">
                <a16:creationId xmlns:a16="http://schemas.microsoft.com/office/drawing/2014/main" id="{F86FD102-C750-4618-8741-8D8AB6B0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151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9" name="조직-n-3f6bb173">
            <a:extLst xmlns:a="http://schemas.openxmlformats.org/drawingml/2006/main">
              <a:ext uri="{FF2B5EF4-FFF2-40B4-BE49-F238E27FC236}">
                <a16:creationId xmlns:a16="http://schemas.microsoft.com/office/drawing/2014/main" id="{E353B7E4-14E2-4372-BF9D-9C62C169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653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지방행정국 (평)</a:t>
            </a:r>
          </a:p>
        </p:txBody>
      </p:sp>
      <p:sp>
        <p:nvSpPr>
          <p:cNvPr id="80" name="조직-n-8937104d">
            <a:extLst xmlns:a="http://schemas.openxmlformats.org/drawingml/2006/main">
              <a:ext uri="{FF2B5EF4-FFF2-40B4-BE49-F238E27FC236}">
                <a16:creationId xmlns:a16="http://schemas.microsoft.com/office/drawing/2014/main" id="{0F9D49BF-A8C7-4EDF-99C5-F34DBDBF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8247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1" name="조직-n-36440dc7">
            <a:extLst xmlns:a="http://schemas.openxmlformats.org/drawingml/2006/main">
              <a:ext uri="{FF2B5EF4-FFF2-40B4-BE49-F238E27FC236}">
                <a16:creationId xmlns:a16="http://schemas.microsoft.com/office/drawing/2014/main" id="{8C8ED6E8-9377-4E7A-AA69-B46430E8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1342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2" name="조직-n-2b6e495d">
            <a:extLst xmlns:a="http://schemas.openxmlformats.org/drawingml/2006/main">
              <a:ext uri="{FF2B5EF4-FFF2-40B4-BE49-F238E27FC236}">
                <a16:creationId xmlns:a16="http://schemas.microsoft.com/office/drawing/2014/main" id="{629803CB-9F66-4B9D-9EF2-A2D45A2D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438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3" name="조직-n-4585f5bb">
            <a:extLst xmlns:a="http://schemas.openxmlformats.org/drawingml/2006/main">
              <a:ext uri="{FF2B5EF4-FFF2-40B4-BE49-F238E27FC236}">
                <a16:creationId xmlns:a16="http://schemas.microsoft.com/office/drawing/2014/main" id="{1D885DF5-D016-4952-8E2E-DFAF1B33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534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0475488-7EA4-4FCD-8864-A86D68C6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85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86C6A262-ECE1-46A7-B183-9CBD5DCF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8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D0027CA-DE75-4652-889B-E94D5A89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87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CE61F456-5F2E-4422-A1DE-EFC24DB0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88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AF2CD2C6-6696-4A7B-BF3D-D8EE7683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9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E1E71984-2DF5-40E2-B080-89BAD541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90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FA73F1BF-614C-4EDE-BF7F-9D876568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(임) 임기제  (책) 책임운영  (총) 총액  (자) 자율  (평) 평가  (한) 한시</a:t>
            </a:r>
          </a:p>
        </p:txBody>
      </p:sp>
      <p:sp>
        <p:nvSpPr>
          <p:cNvPr id="91" name="쪽번호">
            <a:extLst xmlns:a="http://schemas.openxmlformats.org/drawingml/2006/main">
              <a:ext uri="{FF2B5EF4-FFF2-40B4-BE49-F238E27FC236}">
                <a16:creationId xmlns:a16="http://schemas.microsoft.com/office/drawing/2014/main" id="{C1CB6842-0726-426B-98F1-753B5579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3 / 10</a:t>
            </a:r>
          </a:p>
        </p:txBody>
      </p:sp>
    </p:spTree>
    <p:extLst>
      <p:ext uri="{BB962C8B-B14F-4D97-AF65-F5344CB8AC3E}">
        <p14:creationId xmlns:p14="http://schemas.microsoft.com/office/powerpoint/2010/main" val="5868179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5" name="기관명">
            <a:extLst xmlns:a="http://schemas.openxmlformats.org/drawingml/2006/main">
              <a:ext uri="{FF2B5EF4-FFF2-40B4-BE49-F238E27FC236}">
                <a16:creationId xmlns:a16="http://schemas.microsoft.com/office/drawing/2014/main" id="{FAE99A28-961A-4699-9A2C-B820EF2F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행정안전부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6E1572F7-15A0-4CE0-9499-A67149BD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본부 하부조직 (3)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34D89E91-5369-41A8-9774-76F2C7C0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2025.11.25.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DD1710B-254B-4697-B7CA-ADB64DC6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881B5BB-6E77-4DCA-BB25-4326A546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523877B-80EB-4FEF-A616-4227C1C1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919478"/>
            <a:ext cx="209884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01AAA3B-3387-4B6E-9AA9-00F26687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565" y="19194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5F3C16C-3104-401C-A278-79C54967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5AFC963-CAB2-465D-81ED-0CA5B43F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799" y="1919478"/>
            <a:ext cx="28859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4141366-D431-42FD-AE5C-E36C2500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799" y="19194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8149ED0-892B-4D4B-9DC4-73553168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565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F8A86A2-592A-432E-A890-747A3CD5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072" y="3246628"/>
            <a:ext cx="18364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15C5F7D-F2C7-40F5-9536-A979AD1F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072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E204915-8FDE-4E46-AC41-9A9ABC01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565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959B20B-19A5-4955-9FDA-20F1F67C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565" y="3246628"/>
            <a:ext cx="2623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253F013-018D-42CD-B735-BA0956FD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921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2BB2F91-3361-4F3C-B1C4-9C760A01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565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66A7A60-8DB5-44C0-8416-2FDC2E46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565" y="3246628"/>
            <a:ext cx="209884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00E6765-EFDD-4D1E-AC50-155839A0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413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FC682DE-4FF0-4DAD-A710-65CB3A5B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799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E61CB2F-1DC9-4A02-AFAD-6243A1CE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799" y="3246628"/>
            <a:ext cx="13117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ADDBB76-9EB4-4096-869F-6984BE42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579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72E8B95-0954-4F97-AFC4-F0487A63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799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E605537-F02D-4A17-BA21-6CD6D8A6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30" y="3246628"/>
            <a:ext cx="7870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4896E29-CD41-4B47-871E-BB4DC925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30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6BE5A27-C838-4D4A-A1B9-F530D0E2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072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4DFABC6-885D-4966-954E-35BE74EF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4573778"/>
            <a:ext cx="2623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CF32914-59D5-4B4A-B01C-107A773C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F4A739C-415C-49CD-9EAF-628F8728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072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6343235-95D0-401A-B94E-0EDE58E3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004" y="4573778"/>
            <a:ext cx="7870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92AD58E-C3AA-480F-B777-0FD79DD1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004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86097CB-AC81-40A8-833D-6DC330E4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072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9EE1C6D-DEAE-4532-9795-EEC1A0F9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072" y="4573778"/>
            <a:ext cx="2623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3994271-C0CE-48FB-9FF2-D6121794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1428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4FF5759-E4EC-4F4C-ADFA-D3028189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072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4C0E51F-8CA6-47CD-A4BA-5A744721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072" y="4573778"/>
            <a:ext cx="7870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3DCE621-79A6-4E19-B008-09534D9D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140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0543DDF-8AF0-4032-B75E-EDFF32C1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921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E96FFEF-625E-4D3E-B29C-CD79E025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921" y="4573778"/>
            <a:ext cx="7870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C87FBE9-9659-4534-B357-ED22C836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989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5C910BC-73F3-4B30-B900-1CF256CC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921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CC81F4E-5CD6-4A2F-B154-31FAE4BF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565" y="4573778"/>
            <a:ext cx="2623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BDC0BDF-9339-4FC7-A6FB-2329CE2C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565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DC34428-998E-4200-8B7D-E9F868A8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921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54CB3AC-0A28-418F-A4AD-A0ADF99A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921" y="4573778"/>
            <a:ext cx="2623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A6376EC-3CD4-4148-86F2-852B10BA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0277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A6196A7-5313-4126-A014-D371F7CF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921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1A18A18-E910-4903-AD3B-E08D0110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0852" y="4573778"/>
            <a:ext cx="7870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FEEC9E6-6A44-4F42-A6ED-D407DF79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0852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883A4A2-0893-4C21-AA7A-CC785E1C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413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3C5C36D-611C-4591-A668-9C61D16C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413" y="4573778"/>
            <a:ext cx="5247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0C2B1ED-20FC-4864-A316-97B44122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9126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79B5F0F-CA32-48A7-8212-E4756399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413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D52327A-701B-4D4A-AD7F-B2B0F91C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413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0B8DF29-39E2-4D50-AA0D-6C833695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413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72F7DDC-39CD-40C6-8864-FCB96CAC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701" y="4573778"/>
            <a:ext cx="5247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995E588-EA79-4C2D-BD92-50672F97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701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1C1CD47-7B3E-40B4-A933-19CE3678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579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48BBE1C-7761-4F9D-B6C9-9C83365E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7867" y="4573778"/>
            <a:ext cx="5247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6343B58-3FBE-4780-9BEB-B1AC3B23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7867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1959B9A-5693-483D-927A-5DB60FD1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579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C541290-C7DD-4F1D-B03F-EC8BFBE3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579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F4D4124-427C-4FD1-8791-83110B03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579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010ED3C-2007-4704-B1B4-C2D7B898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579" y="4573778"/>
            <a:ext cx="5247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C1F7B98-2DAF-43D4-A7FB-04EE025C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291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FF2823F-5302-4C44-B534-ECC05B86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30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40E729A-045F-4A91-8704-A7EA520A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30" y="4573778"/>
            <a:ext cx="5247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A35B787-9437-4260-9D15-CE28DBCE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443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FD542E4-1614-42C3-BF14-643E930D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30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A2B4F30-2254-4130-BC3C-40DD13E7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06" y="4573778"/>
            <a:ext cx="10494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D9C0A9C-C6DD-4F1B-A39B-8DB2CFAD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06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2EB6FCB-DDBC-44DF-BC54-0E82B408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30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907E882-108A-4813-A30E-B8799E5D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30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8BC4E1C-B8A8-4E77-967A-F70D8B36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30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B7528CE-19B6-40E2-96CA-73CC5FF1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18" y="4573778"/>
            <a:ext cx="5247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0911D08-D620-49EC-AB94-61CA2FED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18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8D3F2A9-5E81-4554-9B09-D87ABAC4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30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ACDB6C7-9D89-410C-B771-3DDBE0DC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30" y="4573778"/>
            <a:ext cx="10494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64F924D-6069-4929-8FCD-81E13C46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3155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0" name="조직-n-ab808015">
            <a:extLst xmlns:a="http://schemas.openxmlformats.org/drawingml/2006/main">
              <a:ext uri="{FF2B5EF4-FFF2-40B4-BE49-F238E27FC236}">
                <a16:creationId xmlns:a16="http://schemas.microsoft.com/office/drawing/2014/main" id="{8AABA759-315A-430A-BFE8-F91091A1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356" y="1123950"/>
            <a:ext cx="118872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재난안전관리본부</a:t>
            </a:r>
          </a:p>
        </p:txBody>
      </p:sp>
      <p:sp>
        <p:nvSpPr>
          <p:cNvPr id="81" name="조직-n-8d4ffac3">
            <a:extLst xmlns:a="http://schemas.openxmlformats.org/drawingml/2006/main">
              <a:ext uri="{FF2B5EF4-FFF2-40B4-BE49-F238E27FC236}">
                <a16:creationId xmlns:a16="http://schemas.microsoft.com/office/drawing/2014/main" id="{DB3CB572-2CA5-441F-8AAC-FC2508AF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2161" y="2451100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사회재난실 (가)</a:t>
            </a:r>
          </a:p>
        </p:txBody>
      </p:sp>
      <p:sp>
        <p:nvSpPr>
          <p:cNvPr id="82" name="조직-n-2043df15">
            <a:extLst xmlns:a="http://schemas.openxmlformats.org/drawingml/2006/main">
              <a:ext uri="{FF2B5EF4-FFF2-40B4-BE49-F238E27FC236}">
                <a16:creationId xmlns:a16="http://schemas.microsoft.com/office/drawing/2014/main" id="{82E24109-92B7-4162-AD1C-5D9EF17F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278" y="3778250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사회재난대응국 (나)</a:t>
            </a:r>
          </a:p>
        </p:txBody>
      </p:sp>
      <p:sp>
        <p:nvSpPr>
          <p:cNvPr id="83" name="조직-n-9bd2a080">
            <a:extLst xmlns:a="http://schemas.openxmlformats.org/drawingml/2006/main">
              <a:ext uri="{FF2B5EF4-FFF2-40B4-BE49-F238E27FC236}">
                <a16:creationId xmlns:a16="http://schemas.microsoft.com/office/drawing/2014/main" id="{A756CC90-D5EC-4CDC-A9D2-A5BF1C65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06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4" name="조직-n-a61bf3cf">
            <a:extLst xmlns:a="http://schemas.openxmlformats.org/drawingml/2006/main">
              <a:ext uri="{FF2B5EF4-FFF2-40B4-BE49-F238E27FC236}">
                <a16:creationId xmlns:a16="http://schemas.microsoft.com/office/drawing/2014/main" id="{5DCE7A55-873A-446F-8E66-9693A36A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18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5" name="조직-n-f69b9a82">
            <a:extLst xmlns:a="http://schemas.openxmlformats.org/drawingml/2006/main">
              <a:ext uri="{FF2B5EF4-FFF2-40B4-BE49-F238E27FC236}">
                <a16:creationId xmlns:a16="http://schemas.microsoft.com/office/drawing/2014/main" id="{816A6B26-E69D-4147-9941-4D508103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330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6" name="조직-n-7f304e7d">
            <a:extLst xmlns:a="http://schemas.openxmlformats.org/drawingml/2006/main">
              <a:ext uri="{FF2B5EF4-FFF2-40B4-BE49-F238E27FC236}">
                <a16:creationId xmlns:a16="http://schemas.microsoft.com/office/drawing/2014/main" id="{69281284-301B-406B-A579-428FA2E6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43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7" name="조직-n-25ad5fbb">
            <a:extLst xmlns:a="http://schemas.openxmlformats.org/drawingml/2006/main">
              <a:ext uri="{FF2B5EF4-FFF2-40B4-BE49-F238E27FC236}">
                <a16:creationId xmlns:a16="http://schemas.microsoft.com/office/drawing/2014/main" id="{77CC9E1D-B159-49E6-910E-E86A3BE7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55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경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8" name="조직-n-b369e556">
            <a:extLst xmlns:a="http://schemas.openxmlformats.org/drawingml/2006/main">
              <a:ext uri="{FF2B5EF4-FFF2-40B4-BE49-F238E27FC236}">
                <a16:creationId xmlns:a16="http://schemas.microsoft.com/office/drawing/2014/main" id="{EFBACE4B-FE58-423E-8F7A-F1B88574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127" y="3778250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사회재난정책국</a:t>
            </a:r>
          </a:p>
        </p:txBody>
      </p:sp>
      <p:sp>
        <p:nvSpPr>
          <p:cNvPr id="89" name="조직-n-24690439">
            <a:extLst xmlns:a="http://schemas.openxmlformats.org/drawingml/2006/main">
              <a:ext uri="{FF2B5EF4-FFF2-40B4-BE49-F238E27FC236}">
                <a16:creationId xmlns:a16="http://schemas.microsoft.com/office/drawing/2014/main" id="{33158B05-3C8C-4A36-84F6-E5674B8E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467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0" name="조직-n-db050cd7">
            <a:extLst xmlns:a="http://schemas.openxmlformats.org/drawingml/2006/main">
              <a:ext uri="{FF2B5EF4-FFF2-40B4-BE49-F238E27FC236}">
                <a16:creationId xmlns:a16="http://schemas.microsoft.com/office/drawing/2014/main" id="{09FF2442-669A-4D56-8E22-3249B058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179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1" name="조직-n-6bdfac3b">
            <a:extLst xmlns:a="http://schemas.openxmlformats.org/drawingml/2006/main">
              <a:ext uri="{FF2B5EF4-FFF2-40B4-BE49-F238E27FC236}">
                <a16:creationId xmlns:a16="http://schemas.microsoft.com/office/drawing/2014/main" id="{2A72BD7A-25E8-4D1D-B66B-8B6992A8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891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2" name="조직-n-f9ff3078">
            <a:extLst xmlns:a="http://schemas.openxmlformats.org/drawingml/2006/main">
              <a:ext uri="{FF2B5EF4-FFF2-40B4-BE49-F238E27FC236}">
                <a16:creationId xmlns:a16="http://schemas.microsoft.com/office/drawing/2014/main" id="{1EBD7750-A0C1-43BE-BECA-04282B47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112" y="2451100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안전예방정책실 (가)</a:t>
            </a:r>
          </a:p>
        </p:txBody>
      </p:sp>
      <p:sp>
        <p:nvSpPr>
          <p:cNvPr id="93" name="조직-n-503ea92a">
            <a:extLst xmlns:a="http://schemas.openxmlformats.org/drawingml/2006/main">
              <a:ext uri="{FF2B5EF4-FFF2-40B4-BE49-F238E27FC236}">
                <a16:creationId xmlns:a16="http://schemas.microsoft.com/office/drawing/2014/main" id="{C5A5F146-2920-4608-BA4F-AA87B730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434" y="3778250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안전정책국</a:t>
            </a:r>
          </a:p>
        </p:txBody>
      </p:sp>
      <p:sp>
        <p:nvSpPr>
          <p:cNvPr id="94" name="조직-n-1da5b4f3">
            <a:extLst xmlns:a="http://schemas.openxmlformats.org/drawingml/2006/main">
              <a:ext uri="{FF2B5EF4-FFF2-40B4-BE49-F238E27FC236}">
                <a16:creationId xmlns:a16="http://schemas.microsoft.com/office/drawing/2014/main" id="{6C8D25A9-6EED-4F66-97C1-F3653348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9604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5" name="조직-n-149aad92">
            <a:extLst xmlns:a="http://schemas.openxmlformats.org/drawingml/2006/main">
              <a:ext uri="{FF2B5EF4-FFF2-40B4-BE49-F238E27FC236}">
                <a16:creationId xmlns:a16="http://schemas.microsoft.com/office/drawing/2014/main" id="{FB5D8301-A881-4B8F-9064-FCB467C0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316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6" name="조직-n-a7c59e62">
            <a:extLst xmlns:a="http://schemas.openxmlformats.org/drawingml/2006/main">
              <a:ext uri="{FF2B5EF4-FFF2-40B4-BE49-F238E27FC236}">
                <a16:creationId xmlns:a16="http://schemas.microsoft.com/office/drawing/2014/main" id="{E8F31BE2-6D9B-4478-85C9-6CA53AE4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028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7" name="조직-n-742e403b">
            <a:extLst xmlns:a="http://schemas.openxmlformats.org/drawingml/2006/main">
              <a:ext uri="{FF2B5EF4-FFF2-40B4-BE49-F238E27FC236}">
                <a16:creationId xmlns:a16="http://schemas.microsoft.com/office/drawing/2014/main" id="{5104168D-59C4-440F-AB12-576E7553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740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8" name="조직-n-caadb19f">
            <a:extLst xmlns:a="http://schemas.openxmlformats.org/drawingml/2006/main">
              <a:ext uri="{FF2B5EF4-FFF2-40B4-BE49-F238E27FC236}">
                <a16:creationId xmlns:a16="http://schemas.microsoft.com/office/drawing/2014/main" id="{47A90650-AC3D-463D-912E-C8D30A3B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9283" y="3778250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예방정책국</a:t>
            </a:r>
          </a:p>
        </p:txBody>
      </p:sp>
      <p:sp>
        <p:nvSpPr>
          <p:cNvPr id="99" name="조직-n-d3b5d8fd">
            <a:extLst xmlns:a="http://schemas.openxmlformats.org/drawingml/2006/main">
              <a:ext uri="{FF2B5EF4-FFF2-40B4-BE49-F238E27FC236}">
                <a16:creationId xmlns:a16="http://schemas.microsoft.com/office/drawing/2014/main" id="{EAF18627-85B6-4960-B973-9FD274A9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452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0" name="조직-n-23823413">
            <a:extLst xmlns:a="http://schemas.openxmlformats.org/drawingml/2006/main">
              <a:ext uri="{FF2B5EF4-FFF2-40B4-BE49-F238E27FC236}">
                <a16:creationId xmlns:a16="http://schemas.microsoft.com/office/drawing/2014/main" id="{174DE57A-F989-4EAC-96BE-D01B80DB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3165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1" name="조직-n-69b3d052">
            <a:extLst xmlns:a="http://schemas.openxmlformats.org/drawingml/2006/main">
              <a:ext uri="{FF2B5EF4-FFF2-40B4-BE49-F238E27FC236}">
                <a16:creationId xmlns:a16="http://schemas.microsoft.com/office/drawing/2014/main" id="{F1DFDE56-1C4E-4232-9B13-D3BE4E32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7877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육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2" name="조직-n-460a5ad6">
            <a:extLst xmlns:a="http://schemas.openxmlformats.org/drawingml/2006/main">
              <a:ext uri="{FF2B5EF4-FFF2-40B4-BE49-F238E27FC236}">
                <a16:creationId xmlns:a16="http://schemas.microsoft.com/office/drawing/2014/main" id="{44F58874-9429-439A-B9F8-9A2F755E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2589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3" name="조직-n-469b1f20">
            <a:extLst xmlns:a="http://schemas.openxmlformats.org/drawingml/2006/main">
              <a:ext uri="{FF2B5EF4-FFF2-40B4-BE49-F238E27FC236}">
                <a16:creationId xmlns:a16="http://schemas.microsoft.com/office/drawing/2014/main" id="{36706230-5737-4FD7-BBC8-E9BF9FE1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0500" y="3778250"/>
            <a:ext cx="1227827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재난안전정보통신국 (나)</a:t>
            </a:r>
          </a:p>
        </p:txBody>
      </p:sp>
      <p:sp>
        <p:nvSpPr>
          <p:cNvPr id="104" name="조직-n-e4a3cd61">
            <a:extLst xmlns:a="http://schemas.openxmlformats.org/drawingml/2006/main">
              <a:ext uri="{FF2B5EF4-FFF2-40B4-BE49-F238E27FC236}">
                <a16:creationId xmlns:a16="http://schemas.microsoft.com/office/drawing/2014/main" id="{439D7704-5F2F-4972-8343-59EED969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301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5" name="조직-n-cce554ad">
            <a:extLst xmlns:a="http://schemas.openxmlformats.org/drawingml/2006/main">
              <a:ext uri="{FF2B5EF4-FFF2-40B4-BE49-F238E27FC236}">
                <a16:creationId xmlns:a16="http://schemas.microsoft.com/office/drawing/2014/main" id="{9290E9DC-5D5B-48C2-AF51-A20661E4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2013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6" name="조직-n-0465a897">
            <a:extLst xmlns:a="http://schemas.openxmlformats.org/drawingml/2006/main">
              <a:ext uri="{FF2B5EF4-FFF2-40B4-BE49-F238E27FC236}">
                <a16:creationId xmlns:a16="http://schemas.microsoft.com/office/drawing/2014/main" id="{31290AEC-BA05-4C7F-BE43-6FD61736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726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992504F-B67D-49C2-8892-EDCD0B0A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08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16A9F11A-BB77-41A9-BD7B-AC094B79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10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21B55C8-2C19-47AA-B0B5-E417FBA5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110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1BBD492D-D9DE-4C55-B774-617061C3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111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BAB1477A-65E9-4FC1-825A-A33C53B2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2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2AD77918-7DEF-456F-85F7-8486AD52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113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DA120A20-B41D-4585-8286-5DB3D8FE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(임) 임기제  (책) 책임운영  (총) 총액  (자) 자율  (평) 평가  (한) 한시</a:t>
            </a:r>
          </a:p>
        </p:txBody>
      </p:sp>
      <p:sp>
        <p:nvSpPr>
          <p:cNvPr id="114" name="쪽번호">
            <a:extLst xmlns:a="http://schemas.openxmlformats.org/drawingml/2006/main">
              <a:ext uri="{FF2B5EF4-FFF2-40B4-BE49-F238E27FC236}">
                <a16:creationId xmlns:a16="http://schemas.microsoft.com/office/drawing/2014/main" id="{FE4207F0-97CD-44C7-B6E9-ED1E2838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4 / 10</a:t>
            </a:r>
          </a:p>
        </p:txBody>
      </p:sp>
    </p:spTree>
    <p:extLst>
      <p:ext uri="{BB962C8B-B14F-4D97-AF65-F5344CB8AC3E}">
        <p14:creationId xmlns:p14="http://schemas.microsoft.com/office/powerpoint/2010/main" val="10323420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기관명">
            <a:extLst xmlns:a="http://schemas.openxmlformats.org/drawingml/2006/main">
              <a:ext uri="{FF2B5EF4-FFF2-40B4-BE49-F238E27FC236}">
                <a16:creationId xmlns:a16="http://schemas.microsoft.com/office/drawing/2014/main" id="{4EC06B36-049A-4FB7-89A8-CFA129E0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행정안전부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08300787-6043-4D05-9060-70001F30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본부 하부조직 (4)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068F706B-892A-4D2E-906F-1FCC82D4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2025.11.25.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C2F8732-082E-485B-A6BD-651CF628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98E610D-BB49-4503-9982-D45EB46B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A6F4C2D-0683-4A68-8E16-8F22B041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551" y="1919478"/>
            <a:ext cx="575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3642383-C738-4BC7-B148-099B6E31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551" y="19194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66CEA95-3D58-4518-AA80-DA7E8D9F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00270AA-AB03-46BE-A4D4-A59B66C1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919478"/>
            <a:ext cx="287582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0C6E39C-ADA3-470D-A7B7-80815A8F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542" y="19194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CE3C15C-BE15-4D6D-9A72-0C4C00AE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E060391-CABB-4A73-83F9-53E2CBC5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68" y="1919478"/>
            <a:ext cx="30675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C1E7242-1E35-4D54-812E-1FEA4BC7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68" y="19194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4727B8D-93E4-4B26-BECF-C9629D86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5F1609F-2A59-4401-AA72-0DF63A14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919478"/>
            <a:ext cx="40261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435DFFE-4839-4539-B207-AD486868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873" y="19194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CED3457-E1CC-4CD8-BB9B-341A61DD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5542080-E1E9-4FAB-948C-4DAD9F56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919478"/>
            <a:ext cx="13420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51E9EF8-93B7-4995-BD07-CFBD9C2F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768" y="19194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F847605-1BCB-4138-A708-2238AEF9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68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E5036E0-962B-46EC-A159-C962E249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68" y="3246628"/>
            <a:ext cx="95860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F4DA1AF-7EA6-4786-A7C2-0EB4743E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776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5770885-0C26-493F-86C3-696B481A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68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496AD98-B66E-47AB-B83A-79E3A190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559" y="3246628"/>
            <a:ext cx="95860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FD84BF8-D57E-4169-9362-FCDC0332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559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D1B5318-7FC2-4F8B-9CA7-8A5BDD02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551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89E516A-793E-4F57-902D-DF932750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551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5621ACC-9DA0-44E2-B6AF-9DDB9496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551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AC59A31-8192-4210-AE4E-D56866D7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107" y="3246628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2E028FE-0B99-423E-A129-45012608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107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F2ADBEA-3F5C-4C0D-8A78-053039CB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551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8B93687-30D0-4C3F-919D-CB6B80F6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551" y="3246628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AA6EADD-D62F-4A4F-B7CB-84E969C0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994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38D1C68-C6CE-4669-83D7-687E41BC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776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0C03AAD-CA43-4933-812B-3D757090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4573778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E3980FA-F242-4304-9E2F-8EB8F769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F0B0659-8E00-4B71-8AC4-56705FE1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776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2F56FDB-BF76-4BBB-BB5A-F380B069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776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37D46C3-8877-463B-9279-8E93E973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776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DDA6C7E-A277-4231-B496-5B732955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776" y="4573778"/>
            <a:ext cx="7668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38E8576-17EA-46DB-A6CA-87F87133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664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6281B87-08CC-4C28-B537-54CF0530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776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B1838C7-8F9F-4EDB-B76F-288AC5AA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889" y="4573778"/>
            <a:ext cx="7668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381DAA6-9044-44E6-B53A-5C83518C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889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B9AA0C1-7B9A-4CF6-9A94-45C30088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776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7B039C9-6741-4530-BA34-CDF734B9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776" y="4573778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568787D-DF6F-4F4C-92F7-31D2FF6D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220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60A9EF3-8CFA-4DC9-8B91-8C949BE6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559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886019A-6C7C-4B72-B168-7D4AB634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559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EB71E35-5A8D-47AA-A08D-3F6FE216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559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66612C5-94C0-4EDD-AF67-AC8FD3E8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672" y="4573778"/>
            <a:ext cx="7668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E5FF7AE-B456-4A58-BE0A-097C5762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672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5D910F2-2AD1-4E6F-80DA-93CDF2F0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559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50745E0-7A56-4417-8BA4-4666B703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15" y="4573778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AA35D75-AA15-4630-A155-2524AACB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15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BC9BFEA-7793-4A8C-8961-1143F92E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559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6CDA90E-8928-4373-AE7F-5203A245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559" y="4573778"/>
            <a:ext cx="7668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0F1E444-02AA-4234-BD44-D340BFF9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446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264FC63-BC4B-4981-B8F0-4D4A935C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559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3E6E2F6-7A1C-4223-9704-496009E2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559" y="4573778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58F295A-7E69-4B13-93B4-93E09A4B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002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33DBCB3-CD7A-4641-8ACA-7E8AB573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873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23B4958-1D85-40D3-AE8A-57640056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5986" y="3246628"/>
            <a:ext cx="7668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673EA51-D016-4553-8EEA-58B8F7E7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5986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3EC4361-D4A6-4D85-B445-4914200F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873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E076C3E-4916-4F7B-B7A8-1E76AACC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873" y="3246628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03AA374-D9F6-4EBD-9F79-27F97255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316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08444D2-7FCB-4EA2-953A-AC151CDA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873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B506280-DCA7-4CCF-A565-0E450126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873" y="3246628"/>
            <a:ext cx="7668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C8AC98F-1C16-47F6-8A88-A32E2792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9760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52BC8E6-DA32-47DA-BCB9-8F5BA679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873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CCFD0C6-0D1A-476E-B52A-557694D1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873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C158621-8BA2-4E1D-ABAB-7C78DDD0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873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D8F71F7-5A16-4848-B0BD-C95EBF6A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9429" y="3246628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C2F1F6A-E641-4407-8A23-3EBD4B4B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9429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7E0A7CF-7057-491F-86E0-58C6A9FD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768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7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F1C7305-A9C9-4E20-8EFB-FD7C78C3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438" y="3246628"/>
            <a:ext cx="11503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7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7C54799-C5CD-46A5-9B1D-DAB9954B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438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7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3E06537-1406-41BB-9A62-EBA5A7A9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768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2C33987-65EF-49F5-827C-BDDBBF65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325" y="3246628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51FAC9A-262A-4825-BA24-C8F783E7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325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D080C29-E622-438B-A46B-F5669D82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768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8200656-2CF4-4C0C-A9D0-02CDF9F2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768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1C79BB0-AAFD-4430-B319-F15C8817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768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EF49831-FDC9-40EA-8D05-A07C53CA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768" y="3246628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E8C6D7A-E838-472E-A84B-B111CB05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212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F3083FC-A62E-4FB5-B785-B435871E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768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9F6012F-37F0-4EEC-B2F8-C8F55103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881" y="3246628"/>
            <a:ext cx="7668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640F3C2-D25F-4801-BB9B-EAD90EA0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881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602AAA7-6602-473E-AEE5-768FF011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768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124E1A5-2055-41D5-88E2-4A16817C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768" y="3246628"/>
            <a:ext cx="7668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741DE7D-51C3-48A4-B188-B344301B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655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173FEE9-C333-448A-9F92-24E12901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768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B218A17-29BD-4DBF-8FBC-62429D49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768" y="3246628"/>
            <a:ext cx="11503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E6AA844-0164-482F-9FFE-76589831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6" name="조직-n-ab808015">
            <a:extLst xmlns:a="http://schemas.openxmlformats.org/drawingml/2006/main">
              <a:ext uri="{FF2B5EF4-FFF2-40B4-BE49-F238E27FC236}">
                <a16:creationId xmlns:a16="http://schemas.microsoft.com/office/drawing/2014/main" id="{96599AB2-10A7-45FF-B80D-C122D7D5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356" y="1123950"/>
            <a:ext cx="118872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재난안전관리본부</a:t>
            </a:r>
          </a:p>
        </p:txBody>
      </p:sp>
      <p:sp>
        <p:nvSpPr>
          <p:cNvPr id="97" name="조직-n-e97da9fb">
            <a:extLst xmlns:a="http://schemas.openxmlformats.org/drawingml/2006/main">
              <a:ext uri="{FF2B5EF4-FFF2-40B4-BE49-F238E27FC236}">
                <a16:creationId xmlns:a16="http://schemas.microsoft.com/office/drawing/2014/main" id="{87E91269-FDF4-4FE0-A9AD-FE4E223A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530" y="2451100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자연재난실 (가)</a:t>
            </a:r>
          </a:p>
        </p:txBody>
      </p:sp>
      <p:sp>
        <p:nvSpPr>
          <p:cNvPr id="98" name="조직-n-00dc76fd">
            <a:extLst xmlns:a="http://schemas.openxmlformats.org/drawingml/2006/main">
              <a:ext uri="{FF2B5EF4-FFF2-40B4-BE49-F238E27FC236}">
                <a16:creationId xmlns:a16="http://schemas.microsoft.com/office/drawing/2014/main" id="{CA42305B-481E-49A1-88E0-4CD10A27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06" y="3778250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자연재난대응국 (나)</a:t>
            </a:r>
          </a:p>
        </p:txBody>
      </p:sp>
      <p:sp>
        <p:nvSpPr>
          <p:cNvPr id="99" name="조직-n-8fdbc51a">
            <a:extLst xmlns:a="http://schemas.openxmlformats.org/drawingml/2006/main">
              <a:ext uri="{FF2B5EF4-FFF2-40B4-BE49-F238E27FC236}">
                <a16:creationId xmlns:a16="http://schemas.microsoft.com/office/drawing/2014/main" id="{82E6B475-A8A4-4D08-B12E-C65BA31B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67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0" name="조직-n-f6dfd5ac">
            <a:extLst xmlns:a="http://schemas.openxmlformats.org/drawingml/2006/main">
              <a:ext uri="{FF2B5EF4-FFF2-40B4-BE49-F238E27FC236}">
                <a16:creationId xmlns:a16="http://schemas.microsoft.com/office/drawing/2014/main" id="{29BE8F79-BE23-49E0-B16D-5399AE40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10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경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1" name="조직-n-ca60f6fd">
            <a:extLst xmlns:a="http://schemas.openxmlformats.org/drawingml/2006/main">
              <a:ext uri="{FF2B5EF4-FFF2-40B4-BE49-F238E27FC236}">
                <a16:creationId xmlns:a16="http://schemas.microsoft.com/office/drawing/2014/main" id="{777C7DB5-0648-4943-99D9-02BAE758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354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2" name="조직-n-e532799c">
            <a:extLst xmlns:a="http://schemas.openxmlformats.org/drawingml/2006/main">
              <a:ext uri="{FF2B5EF4-FFF2-40B4-BE49-F238E27FC236}">
                <a16:creationId xmlns:a16="http://schemas.microsoft.com/office/drawing/2014/main" id="{3DE204BD-088F-4FD1-AA99-9F3D56C0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97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3" name="조직-n-b64a7f02">
            <a:extLst xmlns:a="http://schemas.openxmlformats.org/drawingml/2006/main">
              <a:ext uri="{FF2B5EF4-FFF2-40B4-BE49-F238E27FC236}">
                <a16:creationId xmlns:a16="http://schemas.microsoft.com/office/drawing/2014/main" id="{167D5BFB-CCDD-41B0-9809-1D2FA8EE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241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4" name="조직-n-2095d1da">
            <a:extLst xmlns:a="http://schemas.openxmlformats.org/drawingml/2006/main">
              <a:ext uri="{FF2B5EF4-FFF2-40B4-BE49-F238E27FC236}">
                <a16:creationId xmlns:a16="http://schemas.microsoft.com/office/drawing/2014/main" id="{E0E3CB2A-FDE4-4EE8-88AD-3EEEAB0E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324" y="3778250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재난관리정책국</a:t>
            </a:r>
          </a:p>
        </p:txBody>
      </p:sp>
      <p:sp>
        <p:nvSpPr>
          <p:cNvPr id="105" name="조직-n-80765863">
            <a:extLst xmlns:a="http://schemas.openxmlformats.org/drawingml/2006/main">
              <a:ext uri="{FF2B5EF4-FFF2-40B4-BE49-F238E27FC236}">
                <a16:creationId xmlns:a16="http://schemas.microsoft.com/office/drawing/2014/main" id="{BEF8A7ED-63A3-4FF4-AF0A-4E05FDBD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684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6" name="조직-n-919683bd">
            <a:extLst xmlns:a="http://schemas.openxmlformats.org/drawingml/2006/main">
              <a:ext uri="{FF2B5EF4-FFF2-40B4-BE49-F238E27FC236}">
                <a16:creationId xmlns:a16="http://schemas.microsoft.com/office/drawing/2014/main" id="{9825F877-203A-4CCB-8F1A-460EC080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128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7" name="조직-n-7a0340d2">
            <a:extLst xmlns:a="http://schemas.openxmlformats.org/drawingml/2006/main">
              <a:ext uri="{FF2B5EF4-FFF2-40B4-BE49-F238E27FC236}">
                <a16:creationId xmlns:a16="http://schemas.microsoft.com/office/drawing/2014/main" id="{4738295F-9DDD-420B-8C8D-8F9A4CD8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3571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련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8" name="조직-n-3c945d04">
            <a:extLst xmlns:a="http://schemas.openxmlformats.org/drawingml/2006/main">
              <a:ext uri="{FF2B5EF4-FFF2-40B4-BE49-F238E27FC236}">
                <a16:creationId xmlns:a16="http://schemas.microsoft.com/office/drawing/2014/main" id="{5FE0E528-A63C-4A54-ACFB-E2177676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7015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9" name="조직-n-ff8fb2f7">
            <a:extLst xmlns:a="http://schemas.openxmlformats.org/drawingml/2006/main">
              <a:ext uri="{FF2B5EF4-FFF2-40B4-BE49-F238E27FC236}">
                <a16:creationId xmlns:a16="http://schemas.microsoft.com/office/drawing/2014/main" id="{18E92802-9799-4EDB-879F-EB5208E4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458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0" name="조직-n-0b25260b">
            <a:extLst xmlns:a="http://schemas.openxmlformats.org/drawingml/2006/main">
              <a:ext uri="{FF2B5EF4-FFF2-40B4-BE49-F238E27FC236}">
                <a16:creationId xmlns:a16="http://schemas.microsoft.com/office/drawing/2014/main" id="{60F86597-BE6A-4235-A2BE-D6A4BB8B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922" y="2451100"/>
            <a:ext cx="897258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829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중앙재난안전상황실 (나)</a:t>
            </a:r>
          </a:p>
        </p:txBody>
      </p:sp>
      <p:sp>
        <p:nvSpPr>
          <p:cNvPr id="111" name="조직-n-0894f3a8">
            <a:extLst xmlns:a="http://schemas.openxmlformats.org/drawingml/2006/main">
              <a:ext uri="{FF2B5EF4-FFF2-40B4-BE49-F238E27FC236}">
                <a16:creationId xmlns:a16="http://schemas.microsoft.com/office/drawing/2014/main" id="{AF2C8071-AFE4-4656-AB8E-160A28B1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902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12" name="조직-n-ac290c07">
            <a:extLst xmlns:a="http://schemas.openxmlformats.org/drawingml/2006/main">
              <a:ext uri="{FF2B5EF4-FFF2-40B4-BE49-F238E27FC236}">
                <a16:creationId xmlns:a16="http://schemas.microsoft.com/office/drawing/2014/main" id="{90F18744-6C5F-4626-B7C0-59CC8715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7345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13" name="조직-n-4921ffd7">
            <a:extLst xmlns:a="http://schemas.openxmlformats.org/drawingml/2006/main">
              <a:ext uri="{FF2B5EF4-FFF2-40B4-BE49-F238E27FC236}">
                <a16:creationId xmlns:a16="http://schemas.microsoft.com/office/drawing/2014/main" id="{60B09A5E-CFBF-40D4-81C2-90DD609A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0789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터</a:t>
            </a:r>
          </a:p>
        </p:txBody>
      </p:sp>
      <p:sp>
        <p:nvSpPr>
          <p:cNvPr id="114" name="조직-n-e038b6d7">
            <a:extLst xmlns:a="http://schemas.openxmlformats.org/drawingml/2006/main">
              <a:ext uri="{FF2B5EF4-FFF2-40B4-BE49-F238E27FC236}">
                <a16:creationId xmlns:a16="http://schemas.microsoft.com/office/drawing/2014/main" id="{B88959BD-E2AE-4241-8FC4-D456CB55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6316" y="2451100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비상대비정책국 (나)</a:t>
            </a:r>
          </a:p>
        </p:txBody>
      </p:sp>
      <p:sp>
        <p:nvSpPr>
          <p:cNvPr id="115" name="조직-n-200d0e46">
            <a:extLst xmlns:a="http://schemas.openxmlformats.org/drawingml/2006/main">
              <a:ext uri="{FF2B5EF4-FFF2-40B4-BE49-F238E27FC236}">
                <a16:creationId xmlns:a16="http://schemas.microsoft.com/office/drawing/2014/main" id="{6423A814-227C-473F-BA85-43F91E2D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232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16" name="조직-n-c6a54dde">
            <a:extLst xmlns:a="http://schemas.openxmlformats.org/drawingml/2006/main">
              <a:ext uri="{FF2B5EF4-FFF2-40B4-BE49-F238E27FC236}">
                <a16:creationId xmlns:a16="http://schemas.microsoft.com/office/drawing/2014/main" id="{45A56BBF-6019-4DA5-9839-CCA3C900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676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7" name="조직-n-5a29e4d7">
            <a:extLst xmlns:a="http://schemas.openxmlformats.org/drawingml/2006/main">
              <a:ext uri="{FF2B5EF4-FFF2-40B4-BE49-F238E27FC236}">
                <a16:creationId xmlns:a16="http://schemas.microsoft.com/office/drawing/2014/main" id="{D4B3C893-DF03-4350-98F7-E6C84B1B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1119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8" name="조직-n-1ed21d1a">
            <a:extLst xmlns:a="http://schemas.openxmlformats.org/drawingml/2006/main">
              <a:ext uri="{FF2B5EF4-FFF2-40B4-BE49-F238E27FC236}">
                <a16:creationId xmlns:a16="http://schemas.microsoft.com/office/drawing/2014/main" id="{B7A8B13D-E77D-4EAB-8911-DC0B6897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4563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9" name="조직-n-b51e800a">
            <a:extLst xmlns:a="http://schemas.openxmlformats.org/drawingml/2006/main">
              <a:ext uri="{FF2B5EF4-FFF2-40B4-BE49-F238E27FC236}">
                <a16:creationId xmlns:a16="http://schemas.microsoft.com/office/drawing/2014/main" id="{1DA81D1A-4C1D-4DF9-AC14-D717960C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007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련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0" name="조직-n-46c528a3">
            <a:extLst xmlns:a="http://schemas.openxmlformats.org/drawingml/2006/main">
              <a:ext uri="{FF2B5EF4-FFF2-40B4-BE49-F238E27FC236}">
                <a16:creationId xmlns:a16="http://schemas.microsoft.com/office/drawing/2014/main" id="{4EA9E704-D7AB-4E53-AB9F-9FEA57CA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1450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1" name="조직-n-8ffdc6e8">
            <a:extLst xmlns:a="http://schemas.openxmlformats.org/drawingml/2006/main">
              <a:ext uri="{FF2B5EF4-FFF2-40B4-BE49-F238E27FC236}">
                <a16:creationId xmlns:a16="http://schemas.microsoft.com/office/drawing/2014/main" id="{32D700D8-29BF-4C6B-8F7C-8030D466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894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앙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경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터</a:t>
            </a:r>
          </a:p>
        </p:txBody>
      </p:sp>
      <p:sp>
        <p:nvSpPr>
          <p:cNvPr id="122" name="조직-n-85416396">
            <a:extLst xmlns:a="http://schemas.openxmlformats.org/drawingml/2006/main">
              <a:ext uri="{FF2B5EF4-FFF2-40B4-BE49-F238E27FC236}">
                <a16:creationId xmlns:a16="http://schemas.microsoft.com/office/drawing/2014/main" id="{6E706430-AD82-45F9-82AF-EB3FA224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8337" y="24511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23" name="조직-n-3d7e72bb">
            <a:extLst xmlns:a="http://schemas.openxmlformats.org/drawingml/2006/main">
              <a:ext uri="{FF2B5EF4-FFF2-40B4-BE49-F238E27FC236}">
                <a16:creationId xmlns:a16="http://schemas.microsoft.com/office/drawing/2014/main" id="{3913F8D6-7FA9-4377-9AD7-F75E713A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420" y="2451100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재난복구지원국 (나)</a:t>
            </a:r>
          </a:p>
        </p:txBody>
      </p:sp>
      <p:sp>
        <p:nvSpPr>
          <p:cNvPr id="124" name="조직-n-b1497f88">
            <a:extLst xmlns:a="http://schemas.openxmlformats.org/drawingml/2006/main">
              <a:ext uri="{FF2B5EF4-FFF2-40B4-BE49-F238E27FC236}">
                <a16:creationId xmlns:a16="http://schemas.microsoft.com/office/drawing/2014/main" id="{CD652BBB-7320-464D-8B13-5BBF0F4C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1781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5" name="조직-n-3e868242">
            <a:extLst xmlns:a="http://schemas.openxmlformats.org/drawingml/2006/main">
              <a:ext uri="{FF2B5EF4-FFF2-40B4-BE49-F238E27FC236}">
                <a16:creationId xmlns:a16="http://schemas.microsoft.com/office/drawing/2014/main" id="{DA23923A-F8E9-4B84-B51C-8783D4A8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5224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6" name="조직-n-e958a67e">
            <a:extLst xmlns:a="http://schemas.openxmlformats.org/drawingml/2006/main">
              <a:ext uri="{FF2B5EF4-FFF2-40B4-BE49-F238E27FC236}">
                <a16:creationId xmlns:a16="http://schemas.microsoft.com/office/drawing/2014/main" id="{A0C8135A-7390-4DDC-85C5-6FECABF1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8668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7" name="조직-n-190d763f">
            <a:extLst xmlns:a="http://schemas.openxmlformats.org/drawingml/2006/main">
              <a:ext uri="{FF2B5EF4-FFF2-40B4-BE49-F238E27FC236}">
                <a16:creationId xmlns:a16="http://schemas.microsoft.com/office/drawing/2014/main" id="{C2E29DF3-E6D1-4CB3-AF8F-CB4E381C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2111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8" name="조직-n-71f73197">
            <a:extLst xmlns:a="http://schemas.openxmlformats.org/drawingml/2006/main">
              <a:ext uri="{FF2B5EF4-FFF2-40B4-BE49-F238E27FC236}">
                <a16:creationId xmlns:a16="http://schemas.microsoft.com/office/drawing/2014/main" id="{1377E685-9009-4DF2-8CA9-842D32A5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555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C375A88-D951-4CD7-8556-65604EAE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30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1A671D98-B1AD-43CF-8759-4C91B4A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1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ECD10C2-A473-49B7-AF6B-87607449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132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17A718CA-3811-472E-BC79-20E6C95A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133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DFA11BB5-5896-4D07-BFFE-97604B81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4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14FBF2C8-BB4D-4F6E-B88B-DF7A80F8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135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0B389F95-E5DC-4150-839E-529C78DD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(임) 임기제  (책) 책임운영  (총) 총액  (자) 자율  (평) 평가  (한) 한시</a:t>
            </a:r>
          </a:p>
        </p:txBody>
      </p:sp>
      <p:sp>
        <p:nvSpPr>
          <p:cNvPr id="136" name="쪽번호">
            <a:extLst xmlns:a="http://schemas.openxmlformats.org/drawingml/2006/main">
              <a:ext uri="{FF2B5EF4-FFF2-40B4-BE49-F238E27FC236}">
                <a16:creationId xmlns:a16="http://schemas.microsoft.com/office/drawing/2014/main" id="{92CF07F5-70E1-478B-AD7C-8F6F16CF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5 / 10</a:t>
            </a:r>
          </a:p>
        </p:txBody>
      </p:sp>
    </p:spTree>
    <p:extLst>
      <p:ext uri="{BB962C8B-B14F-4D97-AF65-F5344CB8AC3E}">
        <p14:creationId xmlns:p14="http://schemas.microsoft.com/office/powerpoint/2010/main" val="11975935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2" name="기관명">
            <a:extLst xmlns:a="http://schemas.openxmlformats.org/drawingml/2006/main">
              <a:ext uri="{FF2B5EF4-FFF2-40B4-BE49-F238E27FC236}">
                <a16:creationId xmlns:a16="http://schemas.microsoft.com/office/drawing/2014/main" id="{747B771F-04DF-47DF-B01E-45F322A8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행정안전부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DF572D46-F426-4C66-860D-11EE5755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본부 하부조직 (5)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D057BFB5-9168-41F6-B50C-F610AB4D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2025.11.25.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D2D7F12-5B77-485F-940F-81DEC94F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29E4948-5376-4278-A32E-5C0456CE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277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809E7E7-9031-4D24-961A-2E201437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500" y="2237994"/>
            <a:ext cx="3437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5B238C7-F978-4BF1-BF58-8B07A6FD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50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EF260CD-C5A8-4529-A269-8BD33A10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277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E53AB00-D2BD-4D46-84D4-54153FE8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504" y="2237994"/>
            <a:ext cx="18907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767DC26-B734-4F21-9EAE-5E2C4A74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50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112D0FD-DA17-4508-8863-DFEC7433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277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991F6BF-6F7B-4D73-9415-0487F087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277" y="2237994"/>
            <a:ext cx="1375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44A30DE-2713-4773-B81C-9D30B084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38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BB7AD1E-654B-4247-823C-60F254C9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277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dash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ECD3A27-FAB4-44D1-913F-E2C35641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277" y="2237994"/>
            <a:ext cx="240643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dash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063FB05-0AF8-40DD-802B-16890214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dash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AAE34EC-70C2-4A36-B293-E02A538F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993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C31F4F1-3AA8-4B15-8E37-44369353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9935" y="2237994"/>
            <a:ext cx="1718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002F53B-55DC-438F-A302-D26C61C3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182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4591E31-5513-4BB7-8D7B-270882B7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993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4BAD2ED-860E-4AF7-9999-5DBCE4A2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8047" y="2237994"/>
            <a:ext cx="1718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DE75098-EC74-43FC-9266-BE8DD627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804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6BA1BEC-C831-4C13-A080-83E23F8C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381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029F198-EF4E-4AEB-962B-89BF7C83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0493" y="2237994"/>
            <a:ext cx="1718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709EE1B-FE4C-42B5-A095-C88E3411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049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6B2267C-7D4A-4CAF-8757-EE8A316D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381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4E5FA0C-4291-4E33-9FFE-539CB153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381" y="2237994"/>
            <a:ext cx="1718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5D061C0-8FA8-442C-ACB7-6690A34D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427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FE96023-79C5-431E-A245-E6437808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50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3328C56-D18C-45C3-95EC-86DAFAFF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500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C6BD83E-FC3F-4FFB-A68B-BC1298F9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50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3DF6C2D-46E1-4AF1-B1AD-D927C046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500" y="4228719"/>
            <a:ext cx="3437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1A8A030-B609-4C10-B5C0-F2C00BC9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27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07E7EB3-0DBF-4BDA-AB60-11DCFAF8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50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863A2FA-1262-444E-958F-0C45355F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723" y="4228719"/>
            <a:ext cx="3437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2C9A3A9-7436-46CF-AE2A-57B30970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723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6BE0BFB-837A-4E08-A5FB-838A91C6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50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74306FA-50B3-49DE-9766-970D7E89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500" y="4228719"/>
            <a:ext cx="6875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D8DC729-9EEC-4534-902B-263D1F33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05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4ED9428-B58E-45B4-908C-4C8E9CC4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50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D6B7304-7AE7-42B6-A71C-3FD0C283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946" y="4228719"/>
            <a:ext cx="6875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8AA8D53-0040-40D8-8491-0CB787F4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94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9E9396F-E962-408D-8395-003E1915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50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6CA0657-4A2E-4379-B8CF-6C9932D9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615" y="4228719"/>
            <a:ext cx="1718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CAACAA6-E087-4B99-93C8-36D3196D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61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5CFB53C-C8A2-4C86-9909-F9918F42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50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6AE2391-5A73-4723-AB05-081E5254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38" y="4228719"/>
            <a:ext cx="5156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73CD18D-9463-44BD-A854-013BED9A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3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9C364C0-1CD9-41D5-BB25-6646E432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50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4B717FF-403B-4A33-B15F-CC9EBFE7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504" y="4228719"/>
            <a:ext cx="5156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4ACAF63-DCDA-4274-82D9-BDFF6890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16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5259351-93FB-40B4-A639-1725B5F5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50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6D8E369-9174-4668-BB44-A92C2FFE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504" y="4228719"/>
            <a:ext cx="1718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DBC7C49-5A08-405F-92A0-55D8B0DD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392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4446A83-5F30-447A-8260-8E4FF0F1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38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FDD1438-8B39-4EC5-89E3-08C404A5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385" y="4228719"/>
            <a:ext cx="6875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BE5C519-3BAA-4ADE-BA23-B86D3D7F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293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0B6DD39-4875-47EF-ACB2-84EC6F34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38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3962F12-4DF1-4E09-A105-EB9B5E39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7831" y="4228719"/>
            <a:ext cx="6875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AE16D8C-03B5-4B3E-A64C-0EFE8A03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783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72519A7-A305-4DAE-B5F5-08DF0FB0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38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82598EA-EB4C-4941-BD97-60B2CBF2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385" y="4228719"/>
            <a:ext cx="3437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8D56C9C-296A-4874-B7C0-EB658F60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162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1FD3379-B2EA-4E5E-A0B0-6CFF664D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38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4A1030F-6E26-4442-87A3-5A35F9CB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38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9522705-6E4E-46E3-95B2-168F3033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38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E5133BD-A387-499E-AA00-6847FBC3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608" y="4228719"/>
            <a:ext cx="3437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7D869C9-38C9-44B7-BE17-7CEE60A1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60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D156FFF-D73E-474E-97BA-F8F81CFA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039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BABBDE7-C01B-49AD-9B16-3ABCDAF5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039" y="2237994"/>
            <a:ext cx="6875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22F2A74-3F81-4ECD-8CAD-FE413275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59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48FF8A0-9B3B-42D6-9EE9-FA68157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039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77A22AF-9263-45EF-BF7D-72B25FC9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4485" y="2237994"/>
            <a:ext cx="6875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6C89CDA-D512-48AD-8E63-E48D6676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448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360C460-B9B8-44BD-B24C-828446A5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039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FBA78A1-3B2B-4ED5-9FAA-5EE88470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039" y="2237994"/>
            <a:ext cx="3437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BE0F193-1C26-4922-AE53-2F2AC94E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81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67E6485-B4C9-473F-8D00-08B44ECD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039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AC2B939-F86E-4F08-9746-14A77EFD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8262" y="2237994"/>
            <a:ext cx="3437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9FF25F3-5471-44A3-9A71-61D6819D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826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2B0F68E-6AA8-4E81-AA7A-F30879A1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039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06589DA-8EE9-4339-A420-BFBBCD0B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03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731BC92-646C-43EB-BCFC-4BDFCFB5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15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33B09CF-29D1-4CBD-BC8D-A9AA6B7A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155" y="2237994"/>
            <a:ext cx="3437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CFDDF6C-1DC7-4C22-B780-4E96EE94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93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71CE490-E7AE-41D7-85EE-1844D1C7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15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955137B-885E-48B5-B831-FA98890B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155" y="2237994"/>
            <a:ext cx="6875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D40E3F1-FD85-4BBA-A25A-B983F2AE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0708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4E6974D-C81E-46C6-ADB3-75AAB566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15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11776D5-320B-420E-AB46-921B890B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5601" y="2237994"/>
            <a:ext cx="6875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7585B36-123D-4E75-81BD-0564FDBF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560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9A2245E-8708-4C13-BD38-06610407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15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A53EA9A-23A6-47A6-A0F9-937E5894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9378" y="2237994"/>
            <a:ext cx="3437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1B789FB-5C78-4549-A4AF-4F650CD0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9378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0C8ACCB-1D0C-4932-9F97-3EF37EA6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15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2B51252-56E3-40B8-AB0F-40D19B93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15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7" name="조직-n-faacece0">
            <a:extLst xmlns:a="http://schemas.openxmlformats.org/drawingml/2006/main">
              <a:ext uri="{FF2B5EF4-FFF2-40B4-BE49-F238E27FC236}">
                <a16:creationId xmlns:a16="http://schemas.microsoft.com/office/drawing/2014/main" id="{6446F2CD-6B49-4C3D-9ACA-21D343E8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7825" y="1123950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947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지방재정경제실 (가)(평)</a:t>
            </a:r>
          </a:p>
        </p:txBody>
      </p:sp>
      <p:sp>
        <p:nvSpPr>
          <p:cNvPr id="98" name="조직-n-6a837ce1">
            <a:extLst xmlns:a="http://schemas.openxmlformats.org/drawingml/2006/main">
              <a:ext uri="{FF2B5EF4-FFF2-40B4-BE49-F238E27FC236}">
                <a16:creationId xmlns:a16="http://schemas.microsoft.com/office/drawing/2014/main" id="{484D6FA6-BAE0-4634-BC48-28EEAF3A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66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지방세제국</a:t>
            </a:r>
          </a:p>
        </p:txBody>
      </p:sp>
      <p:sp>
        <p:nvSpPr>
          <p:cNvPr id="99" name="조직-n-2688e8ea">
            <a:extLst xmlns:a="http://schemas.openxmlformats.org/drawingml/2006/main">
              <a:ext uri="{FF2B5EF4-FFF2-40B4-BE49-F238E27FC236}">
                <a16:creationId xmlns:a16="http://schemas.microsoft.com/office/drawing/2014/main" id="{0BE59BBA-E7DA-437D-B56B-05177933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517" y="5105400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동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0" name="조직-n-c5f9cf50">
            <a:extLst xmlns:a="http://schemas.openxmlformats.org/drawingml/2006/main">
              <a:ext uri="{FF2B5EF4-FFF2-40B4-BE49-F238E27FC236}">
                <a16:creationId xmlns:a16="http://schemas.microsoft.com/office/drawing/2014/main" id="{2E0AF72C-D93F-4665-A586-AB7CDEC5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94" y="5105400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1" name="조직-n-a3e499f1">
            <a:extLst xmlns:a="http://schemas.openxmlformats.org/drawingml/2006/main">
              <a:ext uri="{FF2B5EF4-FFF2-40B4-BE49-F238E27FC236}">
                <a16:creationId xmlns:a16="http://schemas.microsoft.com/office/drawing/2014/main" id="{5530220C-DBC3-47D9-849A-92E39A2E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70" y="5105400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2" name="조직-n-ac4c6c4f">
            <a:extLst xmlns:a="http://schemas.openxmlformats.org/drawingml/2006/main">
              <a:ext uri="{FF2B5EF4-FFF2-40B4-BE49-F238E27FC236}">
                <a16:creationId xmlns:a16="http://schemas.microsoft.com/office/drawing/2014/main" id="{F11AC17F-391D-4E93-AF38-FC1F6B1B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847" y="5105400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3" name="조직-n-98a94640">
            <a:extLst xmlns:a="http://schemas.openxmlformats.org/drawingml/2006/main">
              <a:ext uri="{FF2B5EF4-FFF2-40B4-BE49-F238E27FC236}">
                <a16:creationId xmlns:a16="http://schemas.microsoft.com/office/drawing/2014/main" id="{B41763FF-B282-478C-A29A-81A21FFF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863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지방재정국 (평)</a:t>
            </a:r>
          </a:p>
        </p:txBody>
      </p:sp>
      <p:sp>
        <p:nvSpPr>
          <p:cNvPr id="104" name="조직-n-c68690b2">
            <a:extLst xmlns:a="http://schemas.openxmlformats.org/drawingml/2006/main">
              <a:ext uri="{FF2B5EF4-FFF2-40B4-BE49-F238E27FC236}">
                <a16:creationId xmlns:a16="http://schemas.microsoft.com/office/drawing/2014/main" id="{A761A321-9BEE-4B5A-AD79-01EF2D95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624" y="5105400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5" name="조직-n-b2bc5b79">
            <a:extLst xmlns:a="http://schemas.openxmlformats.org/drawingml/2006/main">
              <a:ext uri="{FF2B5EF4-FFF2-40B4-BE49-F238E27FC236}">
                <a16:creationId xmlns:a16="http://schemas.microsoft.com/office/drawing/2014/main" id="{A9D55ADB-7CC9-49FB-BD13-9A0CE8A8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401" y="5105400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6" name="조직-n-9000cf7c">
            <a:extLst xmlns:a="http://schemas.openxmlformats.org/drawingml/2006/main">
              <a:ext uri="{FF2B5EF4-FFF2-40B4-BE49-F238E27FC236}">
                <a16:creationId xmlns:a16="http://schemas.microsoft.com/office/drawing/2014/main" id="{45DF9F65-355F-42AF-95C9-A07813B1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178" y="5105400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7" name="조직-n-640636c0">
            <a:extLst xmlns:a="http://schemas.openxmlformats.org/drawingml/2006/main">
              <a:ext uri="{FF2B5EF4-FFF2-40B4-BE49-F238E27FC236}">
                <a16:creationId xmlns:a16="http://schemas.microsoft.com/office/drawing/2014/main" id="{852F4887-600B-4F60-B7B3-D7AD75D6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55" y="5105400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8" name="조직-n-76de2322">
            <a:extLst xmlns:a="http://schemas.openxmlformats.org/drawingml/2006/main">
              <a:ext uri="{FF2B5EF4-FFF2-40B4-BE49-F238E27FC236}">
                <a16:creationId xmlns:a16="http://schemas.microsoft.com/office/drawing/2014/main" id="{F5B4AF8A-BE40-4B98-97D8-592E9BE2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732" y="5105400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약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9" name="조직-n-c363c4ae">
            <a:extLst xmlns:a="http://schemas.openxmlformats.org/drawingml/2006/main">
              <a:ext uri="{FF2B5EF4-FFF2-40B4-BE49-F238E27FC236}">
                <a16:creationId xmlns:a16="http://schemas.microsoft.com/office/drawing/2014/main" id="{69648FEF-026D-4EE5-B5C2-F9E721C9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748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지역경제국 (나)</a:t>
            </a:r>
          </a:p>
        </p:txBody>
      </p:sp>
      <p:sp>
        <p:nvSpPr>
          <p:cNvPr id="110" name="조직-n-8d4444a5">
            <a:extLst xmlns:a="http://schemas.openxmlformats.org/drawingml/2006/main">
              <a:ext uri="{FF2B5EF4-FFF2-40B4-BE49-F238E27FC236}">
                <a16:creationId xmlns:a16="http://schemas.microsoft.com/office/drawing/2014/main" id="{58AF2418-6274-4E6D-8291-526D5FD5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7509" y="5105400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경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1" name="조직-n-b992c73b">
            <a:extLst xmlns:a="http://schemas.openxmlformats.org/drawingml/2006/main">
              <a:ext uri="{FF2B5EF4-FFF2-40B4-BE49-F238E27FC236}">
                <a16:creationId xmlns:a16="http://schemas.microsoft.com/office/drawing/2014/main" id="{A8C90EA5-F7A8-4883-85BA-C2F6588A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286" y="5105400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2" name="조직-n-6d9217b8">
            <a:extLst xmlns:a="http://schemas.openxmlformats.org/drawingml/2006/main">
              <a:ext uri="{FF2B5EF4-FFF2-40B4-BE49-F238E27FC236}">
                <a16:creationId xmlns:a16="http://schemas.microsoft.com/office/drawing/2014/main" id="{DD42F878-5391-4439-AD17-70825341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063" y="5105400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3" name="조직-n-46c41ed0">
            <a:extLst xmlns:a="http://schemas.openxmlformats.org/drawingml/2006/main">
              <a:ext uri="{FF2B5EF4-FFF2-40B4-BE49-F238E27FC236}">
                <a16:creationId xmlns:a16="http://schemas.microsoft.com/office/drawing/2014/main" id="{9284D738-F806-4243-B2EA-8FC0297E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840" y="5105400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4" name="조직-n-3462e391">
            <a:extLst xmlns:a="http://schemas.openxmlformats.org/drawingml/2006/main">
              <a:ext uri="{FF2B5EF4-FFF2-40B4-BE49-F238E27FC236}">
                <a16:creationId xmlns:a16="http://schemas.microsoft.com/office/drawing/2014/main" id="{C97E0DE4-39AC-4406-825D-1D757917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617" y="5105400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경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5" name="조직-n-094c858d">
            <a:extLst xmlns:a="http://schemas.openxmlformats.org/drawingml/2006/main">
              <a:ext uri="{FF2B5EF4-FFF2-40B4-BE49-F238E27FC236}">
                <a16:creationId xmlns:a16="http://schemas.microsoft.com/office/drawing/2014/main" id="{19B09FA0-3DD8-429F-B458-9E7ABEA9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6394" y="3114675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DDF4D7"/>
          </a:solidFill>
          <a:ln xmlns:a="http://schemas.openxmlformats.org/drawingml/2006/main" w="10954">
            <a:solidFill>
              <a:srgbClr val="2F8F2F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5896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차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단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16" name="조직-n-7ce28e1b">
            <a:extLst xmlns:a="http://schemas.openxmlformats.org/drawingml/2006/main">
              <a:ext uri="{FF2B5EF4-FFF2-40B4-BE49-F238E27FC236}">
                <a16:creationId xmlns:a16="http://schemas.microsoft.com/office/drawing/2014/main" id="{4FC12999-A415-4285-9058-9D80F244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235" y="1123950"/>
            <a:ext cx="536292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854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감사관 (나)</a:t>
            </a:r>
          </a:p>
        </p:txBody>
      </p:sp>
      <p:sp>
        <p:nvSpPr>
          <p:cNvPr id="117" name="조직-n-0b1f935e">
            <a:extLst xmlns:a="http://schemas.openxmlformats.org/drawingml/2006/main">
              <a:ext uri="{FF2B5EF4-FFF2-40B4-BE49-F238E27FC236}">
                <a16:creationId xmlns:a16="http://schemas.microsoft.com/office/drawing/2014/main" id="{143F7F81-0171-486F-A8B2-D63F9C71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0171" y="3114675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18" name="조직-n-5137e479">
            <a:extLst xmlns:a="http://schemas.openxmlformats.org/drawingml/2006/main">
              <a:ext uri="{FF2B5EF4-FFF2-40B4-BE49-F238E27FC236}">
                <a16:creationId xmlns:a16="http://schemas.microsoft.com/office/drawing/2014/main" id="{6F6DFA31-F78B-4540-A55E-69D5E757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948" y="3114675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19" name="조직-n-2c157682">
            <a:extLst xmlns:a="http://schemas.openxmlformats.org/drawingml/2006/main">
              <a:ext uri="{FF2B5EF4-FFF2-40B4-BE49-F238E27FC236}">
                <a16:creationId xmlns:a16="http://schemas.microsoft.com/office/drawing/2014/main" id="{B07EC406-70BB-4694-856B-7A0A4D64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789" y="1123950"/>
            <a:ext cx="536292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854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의정관 (나)</a:t>
            </a:r>
          </a:p>
        </p:txBody>
      </p:sp>
      <p:sp>
        <p:nvSpPr>
          <p:cNvPr id="120" name="조직-n-e66bc4b9">
            <a:extLst xmlns:a="http://schemas.openxmlformats.org/drawingml/2006/main">
              <a:ext uri="{FF2B5EF4-FFF2-40B4-BE49-F238E27FC236}">
                <a16:creationId xmlns:a16="http://schemas.microsoft.com/office/drawing/2014/main" id="{C5AE8FEA-F2F5-43F7-86CB-DC562BF6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725" y="3114675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21" name="조직-n-698a97b7">
            <a:extLst xmlns:a="http://schemas.openxmlformats.org/drawingml/2006/main">
              <a:ext uri="{FF2B5EF4-FFF2-40B4-BE49-F238E27FC236}">
                <a16:creationId xmlns:a16="http://schemas.microsoft.com/office/drawing/2014/main" id="{9CE21DBA-1404-45B2-A2E4-402BD709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502" y="3114675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22" name="조직-n-7c34e405">
            <a:extLst xmlns:a="http://schemas.openxmlformats.org/drawingml/2006/main">
              <a:ext uri="{FF2B5EF4-FFF2-40B4-BE49-F238E27FC236}">
                <a16:creationId xmlns:a16="http://schemas.microsoft.com/office/drawing/2014/main" id="{63D08F04-7399-46CF-9CD6-F6AE70E4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8332" y="1123950"/>
            <a:ext cx="96964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조직국 (나)</a:t>
            </a:r>
          </a:p>
        </p:txBody>
      </p:sp>
      <p:sp>
        <p:nvSpPr>
          <p:cNvPr id="123" name="조직-n-bc4fdb59">
            <a:extLst xmlns:a="http://schemas.openxmlformats.org/drawingml/2006/main">
              <a:ext uri="{FF2B5EF4-FFF2-40B4-BE49-F238E27FC236}">
                <a16:creationId xmlns:a16="http://schemas.microsoft.com/office/drawing/2014/main" id="{64EF1EDA-1AF7-4423-A983-647E40CC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5279" y="3114675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경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4" name="조직-n-01d062a2">
            <a:extLst xmlns:a="http://schemas.openxmlformats.org/drawingml/2006/main">
              <a:ext uri="{FF2B5EF4-FFF2-40B4-BE49-F238E27FC236}">
                <a16:creationId xmlns:a16="http://schemas.microsoft.com/office/drawing/2014/main" id="{D3B70287-37F0-4366-8C6B-06137E1B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056" y="3114675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5" name="조직-n-f3e4dc36">
            <a:extLst xmlns:a="http://schemas.openxmlformats.org/drawingml/2006/main">
              <a:ext uri="{FF2B5EF4-FFF2-40B4-BE49-F238E27FC236}">
                <a16:creationId xmlns:a16="http://schemas.microsoft.com/office/drawing/2014/main" id="{0FA1C1EA-AA98-4CB5-AAEC-E79546E5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2833" y="3114675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6" name="조직-n-093b047f">
            <a:extLst xmlns:a="http://schemas.openxmlformats.org/drawingml/2006/main">
              <a:ext uri="{FF2B5EF4-FFF2-40B4-BE49-F238E27FC236}">
                <a16:creationId xmlns:a16="http://schemas.microsoft.com/office/drawing/2014/main" id="{816AD11C-60B9-4FAD-82FD-A48631B5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6610" y="3114675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7" name="조직-n-6ea2902e">
            <a:extLst xmlns:a="http://schemas.openxmlformats.org/drawingml/2006/main">
              <a:ext uri="{FF2B5EF4-FFF2-40B4-BE49-F238E27FC236}">
                <a16:creationId xmlns:a16="http://schemas.microsoft.com/office/drawing/2014/main" id="{C18E6CD3-D362-4CEF-902E-989FBA99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0387" y="3114675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단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8" name="조직-n-7d826907">
            <a:extLst xmlns:a="http://schemas.openxmlformats.org/drawingml/2006/main">
              <a:ext uri="{FF2B5EF4-FFF2-40B4-BE49-F238E27FC236}">
                <a16:creationId xmlns:a16="http://schemas.microsoft.com/office/drawing/2014/main" id="{A88FC78D-6C8A-4B78-8A39-3B4359E1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402" y="1123950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참여혁신국 (평)</a:t>
            </a:r>
          </a:p>
        </p:txBody>
      </p:sp>
      <p:sp>
        <p:nvSpPr>
          <p:cNvPr id="129" name="조직-n-7b82fa16">
            <a:extLst xmlns:a="http://schemas.openxmlformats.org/drawingml/2006/main">
              <a:ext uri="{FF2B5EF4-FFF2-40B4-BE49-F238E27FC236}">
                <a16:creationId xmlns:a16="http://schemas.microsoft.com/office/drawing/2014/main" id="{2011A48D-5CD2-4135-BFDC-CEFEF390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4164" y="3114675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30" name="조직-n-980d2acf">
            <a:extLst xmlns:a="http://schemas.openxmlformats.org/drawingml/2006/main">
              <a:ext uri="{FF2B5EF4-FFF2-40B4-BE49-F238E27FC236}">
                <a16:creationId xmlns:a16="http://schemas.microsoft.com/office/drawing/2014/main" id="{83FC38B7-F40F-47F8-9A5E-90347C3C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7940" y="3114675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31" name="조직-n-155fa803">
            <a:extLst xmlns:a="http://schemas.openxmlformats.org/drawingml/2006/main">
              <a:ext uri="{FF2B5EF4-FFF2-40B4-BE49-F238E27FC236}">
                <a16:creationId xmlns:a16="http://schemas.microsoft.com/office/drawing/2014/main" id="{70E510AA-5AC4-4F2F-B6D2-FCA950CA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1717" y="3114675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32" name="조직-n-0ef7a115">
            <a:extLst xmlns:a="http://schemas.openxmlformats.org/drawingml/2006/main">
              <a:ext uri="{FF2B5EF4-FFF2-40B4-BE49-F238E27FC236}">
                <a16:creationId xmlns:a16="http://schemas.microsoft.com/office/drawing/2014/main" id="{A0B74538-FB9C-465C-B18C-F5EE9CC0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5494" y="3114675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33" name="조직-n-62d522ed">
            <a:extLst xmlns:a="http://schemas.openxmlformats.org/drawingml/2006/main">
              <a:ext uri="{FF2B5EF4-FFF2-40B4-BE49-F238E27FC236}">
                <a16:creationId xmlns:a16="http://schemas.microsoft.com/office/drawing/2014/main" id="{21757CB2-38DE-4BAD-9D3C-85AB5D2F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271" y="3114675"/>
            <a:ext cx="240644" cy="1257300"/>
          </a:xfrm>
          <a:prstGeom xmlns:a="http://schemas.openxmlformats.org/drawingml/2006/main" prst="roundRect">
            <a:avLst>
              <a:gd name="adj" fmla="val 395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EBD0E0A-9817-4ABF-BABB-51C1F77D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35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63E4F2D6-2469-4DC2-B14D-340C411B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1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0FC170F-CD63-4FB3-8C38-EB683DCE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137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C62D0748-F48D-418F-BE42-7F38F3AA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138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13EAF808-6194-4244-B5B7-7C4D9A98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9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9028B7F3-F1BD-419F-9230-2B8D4D8B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140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C1898126-0EA4-4475-8876-373F9141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(임) 임기제  (책) 책임운영  (총) 총액  (자) 자율  (평) 평가  (한) 한시</a:t>
            </a:r>
          </a:p>
        </p:txBody>
      </p:sp>
      <p:sp>
        <p:nvSpPr>
          <p:cNvPr id="141" name="쪽번호">
            <a:extLst xmlns:a="http://schemas.openxmlformats.org/drawingml/2006/main">
              <a:ext uri="{FF2B5EF4-FFF2-40B4-BE49-F238E27FC236}">
                <a16:creationId xmlns:a16="http://schemas.microsoft.com/office/drawing/2014/main" id="{A17B48D0-270B-4431-B122-C71FF293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6 / 10</a:t>
            </a:r>
          </a:p>
        </p:txBody>
      </p:sp>
    </p:spTree>
    <p:extLst>
      <p:ext uri="{BB962C8B-B14F-4D97-AF65-F5344CB8AC3E}">
        <p14:creationId xmlns:p14="http://schemas.microsoft.com/office/powerpoint/2010/main" val="9419687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기관명">
            <a:extLst xmlns:a="http://schemas.openxmlformats.org/drawingml/2006/main">
              <a:ext uri="{FF2B5EF4-FFF2-40B4-BE49-F238E27FC236}">
                <a16:creationId xmlns:a16="http://schemas.microsoft.com/office/drawing/2014/main" id="{185C29B7-5B1B-4C87-80F0-01D8848E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행정안전부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C06FE7CF-4791-4D94-917E-1122916D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본부 하부조직 (6)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83A038D8-A815-4214-934B-3F95430C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2025.11.25.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E0DAD4A-BC5B-457F-A38A-EB2C6F37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DD9296D-C595-4A7B-9012-05456E8C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656CC45-182E-4530-9F0F-8380F644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141" y="2237994"/>
            <a:ext cx="37385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DCF6572-0ADD-43BD-B354-E92B1644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14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9E8F25C-4F87-4E3D-92A1-E28D3228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F4624CB-D086-40B0-815C-95AB6EAD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12461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68AD097-A253-4EBE-AA01-4DAAC8F7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90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1C1111D-07A8-4E62-AA29-D6135475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D534429-38A8-4E7E-824C-CFC052F2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524" y="2237994"/>
            <a:ext cx="12461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C6650B3-611D-4403-9C7B-D0CABF8B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52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7BA29CB-E5BE-4F2D-888F-EA322BAA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8A44ABB-6666-4450-9A7E-AAA22435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37385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5A5D5E6-AA2D-4DD7-BD5C-0B71DAC4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29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7" name="조직-n-e618142f">
            <a:extLst xmlns:a="http://schemas.openxmlformats.org/drawingml/2006/main">
              <a:ext uri="{FF2B5EF4-FFF2-40B4-BE49-F238E27FC236}">
                <a16:creationId xmlns:a16="http://schemas.microsoft.com/office/drawing/2014/main" id="{657DE284-F252-49E5-BD20-2CDCB4CC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893" y="1123950"/>
            <a:ext cx="96964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대변인 (가)</a:t>
            </a:r>
          </a:p>
        </p:txBody>
      </p:sp>
      <p:sp>
        <p:nvSpPr>
          <p:cNvPr id="18" name="조직-n-f5907c1d">
            <a:extLst xmlns:a="http://schemas.openxmlformats.org/drawingml/2006/main">
              <a:ext uri="{FF2B5EF4-FFF2-40B4-BE49-F238E27FC236}">
                <a16:creationId xmlns:a16="http://schemas.microsoft.com/office/drawing/2014/main" id="{D0430A23-64FD-4880-8CE0-510B9AD6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411" y="3114675"/>
            <a:ext cx="101346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부대변인</a:t>
            </a:r>
          </a:p>
        </p:txBody>
      </p:sp>
      <p:sp>
        <p:nvSpPr>
          <p:cNvPr id="19" name="조직-n-f02b3bbf">
            <a:extLst xmlns:a="http://schemas.openxmlformats.org/drawingml/2006/main">
              <a:ext uri="{FF2B5EF4-FFF2-40B4-BE49-F238E27FC236}">
                <a16:creationId xmlns:a16="http://schemas.microsoft.com/office/drawing/2014/main" id="{2336E387-FE73-4B3B-ADA8-8C967D95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72" y="3114675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안전소통담당관</a:t>
            </a:r>
          </a:p>
        </p:txBody>
      </p:sp>
      <p:sp>
        <p:nvSpPr>
          <p:cNvPr id="20" name="조직-n-67f14651">
            <a:extLst xmlns:a="http://schemas.openxmlformats.org/drawingml/2006/main">
              <a:ext uri="{FF2B5EF4-FFF2-40B4-BE49-F238E27FC236}">
                <a16:creationId xmlns:a16="http://schemas.microsoft.com/office/drawing/2014/main" id="{D6D66308-C5BA-4570-950E-27CC496C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270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홍보담당관</a:t>
            </a:r>
          </a:p>
        </p:txBody>
      </p:sp>
      <p:sp>
        <p:nvSpPr>
          <p:cNvPr id="21" name="조직-n-ad88cef8">
            <a:extLst xmlns:a="http://schemas.openxmlformats.org/drawingml/2006/main">
              <a:ext uri="{FF2B5EF4-FFF2-40B4-BE49-F238E27FC236}">
                <a16:creationId xmlns:a16="http://schemas.microsoft.com/office/drawing/2014/main" id="{6E3386AA-964D-4FEF-BDAF-0700EA15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745" y="3114675"/>
            <a:ext cx="110109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디지털소통팀</a:t>
            </a:r>
          </a:p>
        </p:txBody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5E0E159-D185-487E-9D91-1080E70C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23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48713A95-CD40-46DE-801C-40CA406B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3C7CB2F-1E8A-4F02-9AD6-584B243F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25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EB266745-C16A-4D0E-A813-E2289366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26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E3E8FB86-A4B6-410F-A103-B79658CF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E485F916-64C7-4287-B1C3-4C6DF99B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28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C4809AE2-5009-4971-95D8-65778A15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(임) 임기제  (책) 책임운영  (총) 총액  (자) 자율  (평) 평가  (한) 한시</a:t>
            </a:r>
          </a:p>
        </p:txBody>
      </p:sp>
      <p:sp>
        <p:nvSpPr>
          <p:cNvPr id="29" name="쪽번호">
            <a:extLst xmlns:a="http://schemas.openxmlformats.org/drawingml/2006/main">
              <a:ext uri="{FF2B5EF4-FFF2-40B4-BE49-F238E27FC236}">
                <a16:creationId xmlns:a16="http://schemas.microsoft.com/office/drawing/2014/main" id="{8DEBCB20-B8F4-4475-A803-4F33D3C2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7 / 10</a:t>
            </a:r>
          </a:p>
        </p:txBody>
      </p:sp>
    </p:spTree>
    <p:extLst>
      <p:ext uri="{BB962C8B-B14F-4D97-AF65-F5344CB8AC3E}">
        <p14:creationId xmlns:p14="http://schemas.microsoft.com/office/powerpoint/2010/main" val="7956440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기관명">
            <a:extLst xmlns:a="http://schemas.openxmlformats.org/drawingml/2006/main">
              <a:ext uri="{FF2B5EF4-FFF2-40B4-BE49-F238E27FC236}">
                <a16:creationId xmlns:a16="http://schemas.microsoft.com/office/drawing/2014/main" id="{8EBE284D-F0B1-433C-9326-F2171361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행정안전부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4E143E9D-4BBC-4D36-81B0-3D002DA0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 (1)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46478AFB-CF9E-43A3-A0FA-FF745B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2025.11.25.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BAA3117-49BA-4559-A8DE-389571CC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A0E5E2C-1E48-45E5-B749-57AC8203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38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5E3E406-ABAF-4811-8B55-BA3B8659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385" y="2237994"/>
            <a:ext cx="15337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53AAE9E-817D-45BA-B07F-55C183C6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15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DDAD5F6-3B9C-40CE-BA57-55491C25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38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1D8FFD8-42C6-4E62-9C6B-158C4739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611" y="2237994"/>
            <a:ext cx="15337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2B62C84-A780-4971-93BC-22E570C6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61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14F1E2A-D331-47E9-A3EB-86F12209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38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82AE764-146A-492D-B1A5-2DDA23D4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38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DB5CB44-6130-40F4-AD3A-60007E07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15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8191081-73F0-4EA4-B3A2-AB8100B9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159" y="4228719"/>
            <a:ext cx="575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80F902B-C549-402A-AED4-1605B302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32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C6FB0A2-E039-4169-8EA9-9EA05BE7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15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3864BB7-CFFF-40D5-947C-9CD689E5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159" y="4228719"/>
            <a:ext cx="1917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ACC38AA-FF2F-4F7C-9674-7DB455D0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88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E4F4A4A-631A-4BFD-8105-1A3A910A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15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3A1D70E-41AC-454F-B488-5C021E5B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994" y="4228719"/>
            <a:ext cx="575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03415D8-E9C0-40B0-AC02-0BA91DC1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99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A6EDFD4-89F8-4441-BD1A-7259347D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15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D426173-9D61-4FD5-8F13-A56CA028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438" y="4228719"/>
            <a:ext cx="1917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F09704D-A2AF-4D11-B631-0A976DBC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43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2E47B0D-405B-48BC-A1E9-B016D88E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611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9A793C8-D4B3-4026-B620-38E2AC7D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889" y="4228719"/>
            <a:ext cx="1917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C666E76-9CFB-4D85-99F6-17D1660E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88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72BB205-79DA-4D20-A8FA-F80F6DE1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611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61A9C03-6974-42D3-BDC8-69D0D9DC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611" y="4228719"/>
            <a:ext cx="1917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D28CA3D-B15D-4866-8274-7F0EBD47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4CC580F-8C6E-4882-A9F5-393A9B0F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611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E7CA883-1D49-41E4-8287-7CBC645A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446" y="4228719"/>
            <a:ext cx="575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73860F9-7B2B-46C7-ADAC-ADA376CF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44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DC310C1-A288-407E-9379-1AF27578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611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A0523A8-07DA-47DD-BEC6-B5B07D8F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611" y="4228719"/>
            <a:ext cx="575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0F23889-F8FB-4A98-BAAE-DC65A40F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77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D9CA00A-621D-471A-9291-66E7C360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38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4A90FF1-4FA3-4825-A4BE-4332F021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385" y="4228719"/>
            <a:ext cx="575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390F878-B910-4DE5-B5C9-B1A38497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55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E4ACC4B-223C-4054-AE14-737F3772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38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13C121D-6E09-4604-AED5-C57B3ADF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664" y="4228719"/>
            <a:ext cx="1917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A24A6CD-67F6-4A25-A5B4-DD5A4099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66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4781E66-2F70-4248-9A5A-AE7C4D2E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38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431954C-3408-403F-89D2-F0479B90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385" y="4228719"/>
            <a:ext cx="1917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EF9807D-C3E1-4A08-984F-5CB293DA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10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7EA5A12-D87D-48DC-B759-189A38A9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38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E2DE85C-2F40-4B16-991B-246EEAA9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220" y="4228719"/>
            <a:ext cx="575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35C3C7C-D463-4614-B385-78A1F156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220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EF7F60E-8FF5-4A92-B56B-75E684A4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837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A8C2767-2DB6-4EAC-AE0F-D4756D79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15" y="2237994"/>
            <a:ext cx="1917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C4FAECA-C646-4C2A-A357-DBA15906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1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5F2B33D-4359-40E9-B7D8-044DAFD2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837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FB5449E-08E5-4DE9-B60B-3B44EC4D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837" y="2237994"/>
            <a:ext cx="1917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0C4BEF6-0C48-4187-8275-5744E2C7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55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59D6C59-47A8-4030-9BFF-C5268447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21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55EE0D8-B5C7-4B75-B0A7-1CAC72B1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768" y="2237994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F34E600-F7C4-4FA1-9E08-77927719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768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AB73AD2-4965-47BE-AEBC-1F2A10E3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21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4381DA0-8596-45E2-895E-292BD0F3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212" y="2237994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8CCE330-2DAB-4AFF-A90B-7B214419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65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71F98CD-1131-438E-88DA-F97A1AC8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21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371BFE0-1C73-4C58-9CA1-F70EFB1A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21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C6B887F-8D3B-4810-BCEF-2F5EF525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70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6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6034CED-A02A-4635-B6CE-5E54C8E9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5986" y="2237994"/>
            <a:ext cx="1917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6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A32249B-3EDC-41C5-A638-C1776BA5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598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6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70860DA-5DEF-493A-971B-7F28C1DF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0821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6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E86E3B4-F7B1-4FD3-B715-28753288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2237994"/>
            <a:ext cx="1917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6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C57803B-306A-4063-A311-63AFA44F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6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26FBAAA-71F2-4260-B6EC-27FA98F7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0821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7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7A38F5A-1525-472D-B46A-07352D82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0821" y="2237994"/>
            <a:ext cx="1917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7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9DE3EF4-449C-4A1E-89C6-BF3C4F2A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54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72" name="조직-n-b6c3e6d3">
            <a:extLst xmlns:a="http://schemas.openxmlformats.org/drawingml/2006/main">
              <a:ext uri="{FF2B5EF4-FFF2-40B4-BE49-F238E27FC236}">
                <a16:creationId xmlns:a16="http://schemas.microsoft.com/office/drawing/2014/main" id="{98C6E917-50C3-4DE2-9A8D-BAF5EDCF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29" y="1123950"/>
            <a:ext cx="299086" cy="304800"/>
          </a:xfrm>
          <a:prstGeom xmlns:a="http://schemas.openxmlformats.org/drawingml/2006/main" prst="roundRect">
            <a:avLst>
              <a:gd name="adj" fmla="val 12739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5530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경남청사관리소</a:t>
            </a:r>
          </a:p>
        </p:txBody>
      </p:sp>
      <p:sp>
        <p:nvSpPr>
          <p:cNvPr id="73" name="조직-n-8ca4092c">
            <a:extLst xmlns:a="http://schemas.openxmlformats.org/drawingml/2006/main">
              <a:ext uri="{FF2B5EF4-FFF2-40B4-BE49-F238E27FC236}">
                <a16:creationId xmlns:a16="http://schemas.microsoft.com/office/drawing/2014/main" id="{1178E25C-68BF-481A-8DAF-12431EE2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751" y="1123950"/>
            <a:ext cx="598172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29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과천청사관리소 (나)</a:t>
            </a:r>
          </a:p>
        </p:txBody>
      </p:sp>
      <p:sp>
        <p:nvSpPr>
          <p:cNvPr id="74" name="조직-n-c6d6f16f">
            <a:extLst xmlns:a="http://schemas.openxmlformats.org/drawingml/2006/main">
              <a:ext uri="{FF2B5EF4-FFF2-40B4-BE49-F238E27FC236}">
                <a16:creationId xmlns:a16="http://schemas.microsoft.com/office/drawing/2014/main" id="{29C8B36B-C5BD-4086-A4F0-98D51E04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10" y="3114675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5" name="조직-n-0786c8c3">
            <a:extLst xmlns:a="http://schemas.openxmlformats.org/drawingml/2006/main">
              <a:ext uri="{FF2B5EF4-FFF2-40B4-BE49-F238E27FC236}">
                <a16:creationId xmlns:a16="http://schemas.microsoft.com/office/drawing/2014/main" id="{FB1D4244-4AD4-4053-95E6-67F14A2C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354" y="3114675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6" name="조직-n-8ce764d3">
            <a:extLst xmlns:a="http://schemas.openxmlformats.org/drawingml/2006/main">
              <a:ext uri="{FF2B5EF4-FFF2-40B4-BE49-F238E27FC236}">
                <a16:creationId xmlns:a16="http://schemas.microsoft.com/office/drawing/2014/main" id="{B37286E0-2EB3-4340-A10F-75AC1217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59" y="1123950"/>
            <a:ext cx="299086" cy="304800"/>
          </a:xfrm>
          <a:prstGeom xmlns:a="http://schemas.openxmlformats.org/drawingml/2006/main" prst="roundRect">
            <a:avLst>
              <a:gd name="adj" fmla="val 12739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5530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광주청사관리소</a:t>
            </a:r>
          </a:p>
        </p:txBody>
      </p:sp>
      <p:sp>
        <p:nvSpPr>
          <p:cNvPr id="77" name="조직-n-886ffbcd">
            <a:extLst xmlns:a="http://schemas.openxmlformats.org/drawingml/2006/main">
              <a:ext uri="{FF2B5EF4-FFF2-40B4-BE49-F238E27FC236}">
                <a16:creationId xmlns:a16="http://schemas.microsoft.com/office/drawing/2014/main" id="{5C0EF7F5-4972-45BA-B2D3-56167459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748" y="1123950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국가기록원</a:t>
            </a:r>
          </a:p>
        </p:txBody>
      </p:sp>
      <p:sp>
        <p:nvSpPr>
          <p:cNvPr id="78" name="조직-n-df0fb61e">
            <a:extLst xmlns:a="http://schemas.openxmlformats.org/drawingml/2006/main">
              <a:ext uri="{FF2B5EF4-FFF2-40B4-BE49-F238E27FC236}">
                <a16:creationId xmlns:a16="http://schemas.microsoft.com/office/drawing/2014/main" id="{4F934EE9-15AB-4C6B-BC42-C981645A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974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기록관리부 (나)</a:t>
            </a:r>
          </a:p>
        </p:txBody>
      </p:sp>
      <p:sp>
        <p:nvSpPr>
          <p:cNvPr id="79" name="조직-n-cd7bdde5">
            <a:extLst xmlns:a="http://schemas.openxmlformats.org/drawingml/2006/main">
              <a:ext uri="{FF2B5EF4-FFF2-40B4-BE49-F238E27FC236}">
                <a16:creationId xmlns:a16="http://schemas.microsoft.com/office/drawing/2014/main" id="{94981541-1D5A-459D-B8CF-3B1D66EA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241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경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0" name="조직-n-62a8da8c">
            <a:extLst xmlns:a="http://schemas.openxmlformats.org/drawingml/2006/main">
              <a:ext uri="{FF2B5EF4-FFF2-40B4-BE49-F238E27FC236}">
                <a16:creationId xmlns:a16="http://schemas.microsoft.com/office/drawing/2014/main" id="{8F8662FC-F3BA-4BB0-9F2C-B426863C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684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1" name="조직-n-9726a13e">
            <a:extLst xmlns:a="http://schemas.openxmlformats.org/drawingml/2006/main">
              <a:ext uri="{FF2B5EF4-FFF2-40B4-BE49-F238E27FC236}">
                <a16:creationId xmlns:a16="http://schemas.microsoft.com/office/drawing/2014/main" id="{D77F64DA-224A-4D27-A976-E29E20A8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128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2" name="조직-n-417ec7fd">
            <a:extLst xmlns:a="http://schemas.openxmlformats.org/drawingml/2006/main">
              <a:ext uri="{FF2B5EF4-FFF2-40B4-BE49-F238E27FC236}">
                <a16:creationId xmlns:a16="http://schemas.microsoft.com/office/drawing/2014/main" id="{24EE35A7-7E6A-4D4C-BD7E-3F2B384E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3571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3" name="조직-n-571d73da">
            <a:extLst xmlns:a="http://schemas.openxmlformats.org/drawingml/2006/main">
              <a:ext uri="{FF2B5EF4-FFF2-40B4-BE49-F238E27FC236}">
                <a16:creationId xmlns:a16="http://schemas.microsoft.com/office/drawing/2014/main" id="{4424EE28-C8D3-4D3F-A66D-D4CBFA12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840" y="3114675"/>
            <a:ext cx="110109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기록서비스부 (나)</a:t>
            </a:r>
          </a:p>
        </p:txBody>
      </p:sp>
      <p:sp>
        <p:nvSpPr>
          <p:cNvPr id="84" name="조직-n-42b860d9">
            <a:extLst xmlns:a="http://schemas.openxmlformats.org/drawingml/2006/main">
              <a:ext uri="{FF2B5EF4-FFF2-40B4-BE49-F238E27FC236}">
                <a16:creationId xmlns:a16="http://schemas.microsoft.com/office/drawing/2014/main" id="{DF34690D-B40B-4132-A6B7-7D39F74C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7015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육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터</a:t>
            </a:r>
          </a:p>
        </p:txBody>
      </p:sp>
      <p:sp>
        <p:nvSpPr>
          <p:cNvPr id="85" name="조직-n-b2348d9f">
            <a:extLst xmlns:a="http://schemas.openxmlformats.org/drawingml/2006/main">
              <a:ext uri="{FF2B5EF4-FFF2-40B4-BE49-F238E27FC236}">
                <a16:creationId xmlns:a16="http://schemas.microsoft.com/office/drawing/2014/main" id="{7965E733-9F4D-4235-A742-56F73E28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458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6" name="조직-n-c025b1e8">
            <a:extLst xmlns:a="http://schemas.openxmlformats.org/drawingml/2006/main">
              <a:ext uri="{FF2B5EF4-FFF2-40B4-BE49-F238E27FC236}">
                <a16:creationId xmlns:a16="http://schemas.microsoft.com/office/drawing/2014/main" id="{3627C9B7-54F0-47D7-83D8-027F3E47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902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7" name="조직-n-552e0ac3">
            <a:extLst xmlns:a="http://schemas.openxmlformats.org/drawingml/2006/main">
              <a:ext uri="{FF2B5EF4-FFF2-40B4-BE49-F238E27FC236}">
                <a16:creationId xmlns:a16="http://schemas.microsoft.com/office/drawing/2014/main" id="{AB53C095-F9C5-48D9-BC04-9B026F66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7345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8" name="조직-n-490814fc">
            <a:extLst xmlns:a="http://schemas.openxmlformats.org/drawingml/2006/main">
              <a:ext uri="{FF2B5EF4-FFF2-40B4-BE49-F238E27FC236}">
                <a16:creationId xmlns:a16="http://schemas.microsoft.com/office/drawing/2014/main" id="{EA8AED14-1078-4A0C-9A0C-0FCAFEB5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1522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기록정책부 (나)</a:t>
            </a:r>
          </a:p>
        </p:txBody>
      </p:sp>
      <p:sp>
        <p:nvSpPr>
          <p:cNvPr id="89" name="조직-n-77282134">
            <a:extLst xmlns:a="http://schemas.openxmlformats.org/drawingml/2006/main">
              <a:ext uri="{FF2B5EF4-FFF2-40B4-BE49-F238E27FC236}">
                <a16:creationId xmlns:a16="http://schemas.microsoft.com/office/drawing/2014/main" id="{7F6B6D0D-58C0-4F76-B182-FC156A1C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0789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0" name="조직-n-06476e9a">
            <a:extLst xmlns:a="http://schemas.openxmlformats.org/drawingml/2006/main">
              <a:ext uri="{FF2B5EF4-FFF2-40B4-BE49-F238E27FC236}">
                <a16:creationId xmlns:a16="http://schemas.microsoft.com/office/drawing/2014/main" id="{079C0281-B756-44E1-864B-BF2B063F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232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1" name="조직-n-ed906cb4">
            <a:extLst xmlns:a="http://schemas.openxmlformats.org/drawingml/2006/main">
              <a:ext uri="{FF2B5EF4-FFF2-40B4-BE49-F238E27FC236}">
                <a16:creationId xmlns:a16="http://schemas.microsoft.com/office/drawing/2014/main" id="{3A50D65A-B3EB-40B2-A8E8-337DDBD3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676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2" name="조직-n-8765af75">
            <a:extLst xmlns:a="http://schemas.openxmlformats.org/drawingml/2006/main">
              <a:ext uri="{FF2B5EF4-FFF2-40B4-BE49-F238E27FC236}">
                <a16:creationId xmlns:a16="http://schemas.microsoft.com/office/drawing/2014/main" id="{C3FE357F-E912-465C-B401-9230F1EE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1119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3" name="조직-n-f2213d55">
            <a:extLst xmlns:a="http://schemas.openxmlformats.org/drawingml/2006/main">
              <a:ext uri="{FF2B5EF4-FFF2-40B4-BE49-F238E27FC236}">
                <a16:creationId xmlns:a16="http://schemas.microsoft.com/office/drawing/2014/main" id="{5287E23E-69B6-4E7D-990F-2A45E7B5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3583" y="1123950"/>
            <a:ext cx="897258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54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국가재난안전교육원</a:t>
            </a:r>
          </a:p>
        </p:txBody>
      </p:sp>
      <p:sp>
        <p:nvSpPr>
          <p:cNvPr id="94" name="조직-n-4f7c23a4">
            <a:extLst xmlns:a="http://schemas.openxmlformats.org/drawingml/2006/main">
              <a:ext uri="{FF2B5EF4-FFF2-40B4-BE49-F238E27FC236}">
                <a16:creationId xmlns:a16="http://schemas.microsoft.com/office/drawing/2014/main" id="{5C097D55-075D-4379-8036-7B7ED1C4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4563" y="3114675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5" name="조직-n-92f4525e">
            <a:extLst xmlns:a="http://schemas.openxmlformats.org/drawingml/2006/main">
              <a:ext uri="{FF2B5EF4-FFF2-40B4-BE49-F238E27FC236}">
                <a16:creationId xmlns:a16="http://schemas.microsoft.com/office/drawing/2014/main" id="{80714656-832F-4CAF-ACD5-25E11AD7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007" y="3114675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육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6" name="조직-n-1a8d5f06">
            <a:extLst xmlns:a="http://schemas.openxmlformats.org/drawingml/2006/main">
              <a:ext uri="{FF2B5EF4-FFF2-40B4-BE49-F238E27FC236}">
                <a16:creationId xmlns:a16="http://schemas.microsoft.com/office/drawing/2014/main" id="{2482FF50-41E4-4E27-B8E3-37AAFC38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1450" y="3114675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육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7" name="조직-n-54b44817">
            <a:extLst xmlns:a="http://schemas.openxmlformats.org/drawingml/2006/main">
              <a:ext uri="{FF2B5EF4-FFF2-40B4-BE49-F238E27FC236}">
                <a16:creationId xmlns:a16="http://schemas.microsoft.com/office/drawing/2014/main" id="{DE7EE92E-40B0-4ADE-9A9A-B6E4972F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735" y="1123950"/>
            <a:ext cx="598172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08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국가정보자원관리원 (책)</a:t>
            </a:r>
          </a:p>
        </p:txBody>
      </p:sp>
      <p:sp>
        <p:nvSpPr>
          <p:cNvPr id="98" name="조직-n-c722b8cc">
            <a:extLst xmlns:a="http://schemas.openxmlformats.org/drawingml/2006/main">
              <a:ext uri="{FF2B5EF4-FFF2-40B4-BE49-F238E27FC236}">
                <a16:creationId xmlns:a16="http://schemas.microsoft.com/office/drawing/2014/main" id="{731BA271-171B-47B7-BDB7-DE8B9682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894" y="3114675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터</a:t>
            </a:r>
          </a:p>
        </p:txBody>
      </p:sp>
      <p:sp>
        <p:nvSpPr>
          <p:cNvPr id="99" name="조직-n-9e31f68d">
            <a:extLst xmlns:a="http://schemas.openxmlformats.org/drawingml/2006/main">
              <a:ext uri="{FF2B5EF4-FFF2-40B4-BE49-F238E27FC236}">
                <a16:creationId xmlns:a16="http://schemas.microsoft.com/office/drawing/2014/main" id="{3CE2E04B-E9BA-4170-9401-ED07C913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8337" y="3114675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터</a:t>
            </a:r>
          </a:p>
        </p:txBody>
      </p:sp>
      <p:sp>
        <p:nvSpPr>
          <p:cNvPr id="100" name="조직-n-808039a8">
            <a:extLst xmlns:a="http://schemas.openxmlformats.org/drawingml/2006/main">
              <a:ext uri="{FF2B5EF4-FFF2-40B4-BE49-F238E27FC236}">
                <a16:creationId xmlns:a16="http://schemas.microsoft.com/office/drawing/2014/main" id="{5CB64DD0-A910-40E8-BFA7-43804F2B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8622" y="1123950"/>
            <a:ext cx="598172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08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국립과학수사연구원 (책)</a:t>
            </a:r>
          </a:p>
        </p:txBody>
      </p:sp>
      <p:sp>
        <p:nvSpPr>
          <p:cNvPr id="101" name="조직-n-0d8d0847">
            <a:extLst xmlns:a="http://schemas.openxmlformats.org/drawingml/2006/main">
              <a:ext uri="{FF2B5EF4-FFF2-40B4-BE49-F238E27FC236}">
                <a16:creationId xmlns:a16="http://schemas.microsoft.com/office/drawing/2014/main" id="{62734504-E322-4BDC-87BC-97A62EE9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1781" y="3114675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</p:txBody>
      </p:sp>
      <p:sp>
        <p:nvSpPr>
          <p:cNvPr id="102" name="조직-n-d74186ad">
            <a:extLst xmlns:a="http://schemas.openxmlformats.org/drawingml/2006/main">
              <a:ext uri="{FF2B5EF4-FFF2-40B4-BE49-F238E27FC236}">
                <a16:creationId xmlns:a16="http://schemas.microsoft.com/office/drawing/2014/main" id="{B7324F66-0FCA-4404-8525-BD19DEDB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330" y="1123950"/>
            <a:ext cx="299086" cy="304800"/>
          </a:xfrm>
          <a:prstGeom xmlns:a="http://schemas.openxmlformats.org/drawingml/2006/main" prst="roundRect">
            <a:avLst>
              <a:gd name="adj" fmla="val 12739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485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국립재난안전연구원 (책)</a:t>
            </a:r>
          </a:p>
        </p:txBody>
      </p:sp>
      <p:sp>
        <p:nvSpPr>
          <p:cNvPr id="103" name="조직-n-feebecd8">
            <a:extLst xmlns:a="http://schemas.openxmlformats.org/drawingml/2006/main">
              <a:ext uri="{FF2B5EF4-FFF2-40B4-BE49-F238E27FC236}">
                <a16:creationId xmlns:a16="http://schemas.microsoft.com/office/drawing/2014/main" id="{AC6FEDEF-BC34-4318-88A5-074E316B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6773" y="1123950"/>
            <a:ext cx="299086" cy="304800"/>
          </a:xfrm>
          <a:prstGeom xmlns:a="http://schemas.openxmlformats.org/drawingml/2006/main" prst="roundRect">
            <a:avLst>
              <a:gd name="adj" fmla="val 12739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5530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대구청사관리소</a:t>
            </a:r>
          </a:p>
        </p:txBody>
      </p:sp>
      <p:sp>
        <p:nvSpPr>
          <p:cNvPr id="104" name="조직-n-2b2a2d9d">
            <a:extLst xmlns:a="http://schemas.openxmlformats.org/drawingml/2006/main">
              <a:ext uri="{FF2B5EF4-FFF2-40B4-BE49-F238E27FC236}">
                <a16:creationId xmlns:a16="http://schemas.microsoft.com/office/drawing/2014/main" id="{0E242070-535B-495B-B779-63583ED2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0217" y="1123950"/>
            <a:ext cx="299086" cy="304800"/>
          </a:xfrm>
          <a:prstGeom xmlns:a="http://schemas.openxmlformats.org/drawingml/2006/main" prst="roundRect">
            <a:avLst>
              <a:gd name="adj" fmla="val 12739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29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대전분원</a:t>
            </a:r>
          </a:p>
        </p:txBody>
      </p:sp>
      <p:sp>
        <p:nvSpPr>
          <p:cNvPr id="10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FCC9266-0D69-4868-BBE9-19AAB734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06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0D6EEDBA-09EE-44F3-A031-AE513DA8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10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41B693D-0A4F-40D8-AD66-2F508A74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108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580E18E4-5D25-45F3-A07A-BD47C581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109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C58A7AC4-2185-4554-B169-00B444B7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0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D2E99660-53BC-4E7C-A85E-8C4D4A04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111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CFF2B253-957A-4E9D-9011-B7E9719D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(임) 임기제  (책) 책임운영  (총) 총액  (자) 자율  (평) 평가  (한) 한시</a:t>
            </a:r>
          </a:p>
        </p:txBody>
      </p:sp>
      <p:sp>
        <p:nvSpPr>
          <p:cNvPr id="112" name="쪽번호">
            <a:extLst xmlns:a="http://schemas.openxmlformats.org/drawingml/2006/main">
              <a:ext uri="{FF2B5EF4-FFF2-40B4-BE49-F238E27FC236}">
                <a16:creationId xmlns:a16="http://schemas.microsoft.com/office/drawing/2014/main" id="{E212A654-AD56-41E3-9E57-605B4DB2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8 / 10</a:t>
            </a:r>
          </a:p>
        </p:txBody>
      </p:sp>
    </p:spTree>
    <p:extLst>
      <p:ext uri="{BB962C8B-B14F-4D97-AF65-F5344CB8AC3E}">
        <p14:creationId xmlns:p14="http://schemas.microsoft.com/office/powerpoint/2010/main" val="2884152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기관명">
            <a:extLst xmlns:a="http://schemas.openxmlformats.org/drawingml/2006/main">
              <a:ext uri="{FF2B5EF4-FFF2-40B4-BE49-F238E27FC236}">
                <a16:creationId xmlns:a16="http://schemas.microsoft.com/office/drawing/2014/main" id="{D0E8D5C6-D123-40F6-BAC5-B91C4A46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행정안전부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AAD669C3-1F37-40B4-BA09-ACAF2E93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 (2)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7AF94C59-FD5D-473B-9144-3D2961B9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2025.11.25.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A853488-60AB-443E-B3AB-987D872A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7470143-6259-4838-BD1D-ECF2341E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6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AE333A6-EE9C-466E-9468-B8A44D5D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10" y="2237994"/>
            <a:ext cx="99695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0B72CAA-9CAA-4A73-8222-DFE08B29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1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A50FC5C-537D-4123-AD08-81B074BB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6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9592165-DC8D-4751-A531-09AB5A20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903" y="2237994"/>
            <a:ext cx="29908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1AA69BF-E829-49BD-BEC7-816E05F6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90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FA9151F-B7C1-4A6E-995F-B6FF41B6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6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3A71B74-0442-4C78-AA7B-08D55ABD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63" y="2237994"/>
            <a:ext cx="99695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0435E11-5024-495E-9AE1-3382A1EF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D484F0D-0AC3-4014-87D5-8A576FC7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6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1A01123-0C2B-484A-8B8C-2EBC0B9D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63" y="2237994"/>
            <a:ext cx="29908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70052EF-C420-484B-8356-DB9906B6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62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7" name="조직-n-7d2df2c0">
            <a:extLst xmlns:a="http://schemas.openxmlformats.org/drawingml/2006/main">
              <a:ext uri="{FF2B5EF4-FFF2-40B4-BE49-F238E27FC236}">
                <a16:creationId xmlns:a16="http://schemas.microsoft.com/office/drawing/2014/main" id="{FDA86AF2-BFC5-4AA8-94DE-67040B93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310" y="1123950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대전청사관리소 (나)</a:t>
            </a:r>
          </a:p>
        </p:txBody>
      </p:sp>
      <p:sp>
        <p:nvSpPr>
          <p:cNvPr id="18" name="조직-n-c4950567">
            <a:extLst xmlns:a="http://schemas.openxmlformats.org/drawingml/2006/main">
              <a:ext uri="{FF2B5EF4-FFF2-40B4-BE49-F238E27FC236}">
                <a16:creationId xmlns:a16="http://schemas.microsoft.com/office/drawing/2014/main" id="{60EC519B-6153-4CB4-8C14-46F77120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3" y="3114675"/>
            <a:ext cx="101346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경북지소</a:t>
            </a:r>
          </a:p>
        </p:txBody>
      </p:sp>
      <p:sp>
        <p:nvSpPr>
          <p:cNvPr id="19" name="조직-n-32653a40">
            <a:extLst xmlns:a="http://schemas.openxmlformats.org/drawingml/2006/main">
              <a:ext uri="{FF2B5EF4-FFF2-40B4-BE49-F238E27FC236}">
                <a16:creationId xmlns:a16="http://schemas.microsoft.com/office/drawing/2014/main" id="{D370EEBB-34CA-45E7-90F6-AB8B7E8A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080" y="3114675"/>
            <a:ext cx="101346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충남지소</a:t>
            </a:r>
          </a:p>
        </p:txBody>
      </p:sp>
      <p:sp>
        <p:nvSpPr>
          <p:cNvPr id="20" name="조직-n-c6d6f16f">
            <a:extLst xmlns:a="http://schemas.openxmlformats.org/drawingml/2006/main">
              <a:ext uri="{FF2B5EF4-FFF2-40B4-BE49-F238E27FC236}">
                <a16:creationId xmlns:a16="http://schemas.microsoft.com/office/drawing/2014/main" id="{616D0DC0-77F6-4DF2-BD12-FC1D94F5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893" y="3114675"/>
            <a:ext cx="96964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관리과</a:t>
            </a:r>
          </a:p>
        </p:txBody>
      </p:sp>
      <p:sp>
        <p:nvSpPr>
          <p:cNvPr id="21" name="조직-n-0786c8c3">
            <a:extLst xmlns:a="http://schemas.openxmlformats.org/drawingml/2006/main">
              <a:ext uri="{FF2B5EF4-FFF2-40B4-BE49-F238E27FC236}">
                <a16:creationId xmlns:a16="http://schemas.microsoft.com/office/drawing/2014/main" id="{B18594FD-9B2B-4E3D-AF8F-01573A5B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800" y="3114675"/>
            <a:ext cx="96964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시설과</a:t>
            </a:r>
          </a:p>
        </p:txBody>
      </p:sp>
      <p:sp>
        <p:nvSpPr>
          <p:cNvPr id="22" name="조직-n-9baf8531">
            <a:extLst xmlns:a="http://schemas.openxmlformats.org/drawingml/2006/main">
              <a:ext uri="{FF2B5EF4-FFF2-40B4-BE49-F238E27FC236}">
                <a16:creationId xmlns:a16="http://schemas.microsoft.com/office/drawing/2014/main" id="{054578B8-5EB1-4997-9EB0-7308AE70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7799" y="1123950"/>
            <a:ext cx="101346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부산분원</a:t>
            </a:r>
          </a:p>
        </p:txBody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B415E4B-72C9-4CF1-9D42-F4541A87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24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49A26995-5B3B-4789-99BC-F39E28FA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8019433-E62D-4A26-BF85-B2ADE154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26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9AE2FB63-1FDE-4651-A96E-BE0CE1F4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27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B61BEFD1-E913-400C-BADF-0C671D61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3C245C8B-B3E8-4B63-A5F9-46B6D0C8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29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31B9F992-E4BA-4415-B3A5-23FDD562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(임) 임기제  (책) 책임운영  (총) 총액  (자) 자율  (평) 평가  (한) 한시</a:t>
            </a:r>
          </a:p>
        </p:txBody>
      </p:sp>
      <p:sp>
        <p:nvSpPr>
          <p:cNvPr id="30" name="쪽번호">
            <a:extLst xmlns:a="http://schemas.openxmlformats.org/drawingml/2006/main">
              <a:ext uri="{FF2B5EF4-FFF2-40B4-BE49-F238E27FC236}">
                <a16:creationId xmlns:a16="http://schemas.microsoft.com/office/drawing/2014/main" id="{9E4EACE1-9B74-482F-B452-B5690607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9 / 10</a:t>
            </a:r>
          </a:p>
        </p:txBody>
      </p:sp>
    </p:spTree>
    <p:extLst>
      <p:ext uri="{BB962C8B-B14F-4D97-AF65-F5344CB8AC3E}">
        <p14:creationId xmlns:p14="http://schemas.microsoft.com/office/powerpoint/2010/main" val="4528912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9" name="기관명">
            <a:extLst xmlns:a="http://schemas.openxmlformats.org/drawingml/2006/main">
              <a:ext uri="{FF2B5EF4-FFF2-40B4-BE49-F238E27FC236}">
                <a16:creationId xmlns:a16="http://schemas.microsoft.com/office/drawing/2014/main" id="{CB15C4ED-2FB3-409F-9433-A378A1B4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행정안전부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A36D50D7-6E65-4FB6-96FE-DE55F1D1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 (3)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D3B09814-A396-43C7-A870-B0943F12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2025.11.25.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9E87739-BBB0-4EFA-8390-94889224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EABDC67-6EFF-4459-AE25-DEF27900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62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B566FC9-A7FB-409C-B293-2E373D05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622" y="2237994"/>
            <a:ext cx="83079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8EEFA28-0D24-4564-B9D8-7F082B20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141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5A8AF83-A41C-4717-891D-585663F1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62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04CEA48-E4F8-4157-AD3D-11A81818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146" y="2237994"/>
            <a:ext cx="4984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9803D09-C5D7-4352-95DF-A70DB1AF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14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FDA8C84-F704-4D43-BA68-39C2A64A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8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0991884-2F18-4FA5-85BF-518D697A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27" y="2237994"/>
            <a:ext cx="1661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E546BA6-73B1-466D-BC70-DC8A7BE5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2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89DE6B7-AF18-44CA-9870-F23F8419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8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F78281C-B3C7-40A2-8F13-150BDC90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109" y="2237994"/>
            <a:ext cx="4984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D8F5DF6-96BC-4671-9562-567912D8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10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6357199-A769-4FF9-8F86-EFA91817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034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F239AE3-FADA-45DB-B4F1-D727B38B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03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424D670-C551-4A87-B781-178E7795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141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991D6CE-4DE8-4B34-A338-67F46659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1417" y="4228719"/>
            <a:ext cx="3323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D73F76D-C463-4794-AAEC-2C9F6F3F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73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5A66E88-B91C-457C-94C8-2C3D3CE4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141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C3375F7-B765-46B7-B121-89033A1F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141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CE62E7F-92AC-4A8A-AA8D-6671253C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141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A6A6996-71DE-4372-B946-10107C8A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4228719"/>
            <a:ext cx="3323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62A97AF-4634-4E60-9FBF-607B4958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124EA60-3AD0-44FC-BC59-10B05511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14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DB801D1-83F1-4B6A-98B4-72E05606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510" y="4228719"/>
            <a:ext cx="6646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FB6EB0F-E397-4962-8E9F-0AE9C59B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510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5BDB960-ED6E-4A6F-84BB-ED159ACC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14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52418A2-B4ED-49A1-BA73-96ECF7DC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146" y="4228719"/>
            <a:ext cx="3323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63DF072-7BF6-4C47-8F4D-88616B4A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463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E57E0BC-C0D8-4A54-882B-5548150B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14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C278012-DD92-4885-BEC3-C5FD4EA4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14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B3EA766-DF30-467B-8B49-D0E53E85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14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097F857-49BB-40AD-949F-85C4305F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828" y="4228719"/>
            <a:ext cx="3323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A0AAC6B-6A4A-4F44-BA09-2E0124DB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82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231F0DE-9AEA-45E3-87BE-C72BF0FB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14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B364545-76FB-4B84-8B89-7F9D90B3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146" y="4228719"/>
            <a:ext cx="6646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A60499B-672A-49D8-A667-3516C6DF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678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65DD87B-0ECE-46AA-9650-D10B8DBA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28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7E1C615-39DF-42E1-8A59-F9E9C15F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2237994"/>
            <a:ext cx="99695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467CDCE-C35A-48E2-B500-1B185BA0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46635A5-0066-4CE0-9C0D-D2BA92BA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28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59FAE58-C739-44FB-B3C6-6D392DF6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286" y="2237994"/>
            <a:ext cx="99695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49C0D55-305F-4320-910B-32803ADC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3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D678E16-6DB0-4182-9C90-2C957016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28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B21D661-A6BB-4087-AB21-D660C606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651" y="2237994"/>
            <a:ext cx="6646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7A494A1-C665-4792-898B-E70020AE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65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F12192E-C3D9-4B9F-BF93-47207F72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28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EF39878-A3AE-4420-90D9-11DC4DA7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286" y="2237994"/>
            <a:ext cx="6646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CF35FBD-6AE2-43A7-A9B4-C0B328F7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92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C5C742F-89FA-431B-AC74-3C7A91AC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28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F3B48A0-4023-4015-9364-F32F4AB1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28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DC18341-2064-4A87-962D-C33CE153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28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7C7893E-1FC5-4D70-BCB5-CFBAFB6A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968" y="2237994"/>
            <a:ext cx="3323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8FA9C82-8EB1-4D2B-8B7B-A45E4E93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968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BC9D356-F448-4E53-8707-1161D3BB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28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4D004B2-BDF5-4EA9-9EAE-FAAE2A6A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286" y="2237994"/>
            <a:ext cx="3323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D673653-A954-4A50-8FD6-645EE003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60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8570269-919F-4269-9FFA-C528E92A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8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11CB4EF-A249-4BED-A793-A67F4F7D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85" y="2237994"/>
            <a:ext cx="1661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B1DC3D1-66FC-4E93-9E9C-16B0B73B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74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6EDD6EB-C9D3-4998-816E-71C4C5CE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8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AE6AE06-1B93-4A7E-AF2E-5FF48BBA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85" y="2237994"/>
            <a:ext cx="4984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2D9AF3F-8351-4C17-9B0B-EAF14C61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06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D44109C-2BB9-49CE-A64F-6D5ACFFF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03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E7F87E3-19EA-4284-BCD4-1067FD0B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2875" y="4228719"/>
            <a:ext cx="1661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40AED6E-A5C2-49EA-AF7A-B6811495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287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0457242-BB21-4D52-8FEF-A9389374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87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F4790DE-3BE0-49BB-9783-3BE1DD0E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87" y="2237994"/>
            <a:ext cx="6646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85A5CE9-D01D-4695-9BA4-EF62E935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32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52C07C8-5B95-407B-9CEA-91E95CA2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87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CF73C0E-B55F-450D-BAC6-D87D45E2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8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B665D42-FBA0-4CC4-AB92-2724110E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87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20416E5-6690-4F38-9055-61AE4F98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87" y="2237994"/>
            <a:ext cx="3323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19A59FE-6950-4CA5-ADD4-506726CC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00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9AB0E77-1CDF-4432-A950-341AB883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87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470F6F7-8397-4E2F-B9F4-C5811AB4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6052" y="2237994"/>
            <a:ext cx="6646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7F85DD6-8CD2-41A4-BEFD-90B42234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605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BDC53B8-3134-4353-9657-92B4FD55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87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05545C5-0C1E-4F27-99B3-A69A2997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8370" y="2237994"/>
            <a:ext cx="3323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F8D0CD8-E132-4FFC-A84C-5D7DA735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837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4" name="조직-n-0fa82408">
            <a:extLst xmlns:a="http://schemas.openxmlformats.org/drawingml/2006/main">
              <a:ext uri="{FF2B5EF4-FFF2-40B4-BE49-F238E27FC236}">
                <a16:creationId xmlns:a16="http://schemas.microsoft.com/office/drawing/2014/main" id="{1D4D4796-27E3-4F99-B9EE-5A462EBD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70" y="1123950"/>
            <a:ext cx="1036831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서울청사관리소 (나)</a:t>
            </a:r>
          </a:p>
        </p:txBody>
      </p:sp>
      <p:sp>
        <p:nvSpPr>
          <p:cNvPr id="85" name="조직-n-6ff22ed6">
            <a:extLst xmlns:a="http://schemas.openxmlformats.org/drawingml/2006/main">
              <a:ext uri="{FF2B5EF4-FFF2-40B4-BE49-F238E27FC236}">
                <a16:creationId xmlns:a16="http://schemas.microsoft.com/office/drawing/2014/main" id="{13AF2413-C5CC-4B12-A030-244C7763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98" y="3114675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</p:txBody>
      </p:sp>
      <p:sp>
        <p:nvSpPr>
          <p:cNvPr id="86" name="조직-n-a83bc1ad">
            <a:extLst xmlns:a="http://schemas.openxmlformats.org/drawingml/2006/main">
              <a:ext uri="{FF2B5EF4-FFF2-40B4-BE49-F238E27FC236}">
                <a16:creationId xmlns:a16="http://schemas.microsoft.com/office/drawing/2014/main" id="{02DD4278-7E39-480A-99EE-620A6986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115" y="3114675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</p:txBody>
      </p:sp>
      <p:sp>
        <p:nvSpPr>
          <p:cNvPr id="87" name="조직-n-c6d6f16f">
            <a:extLst xmlns:a="http://schemas.openxmlformats.org/drawingml/2006/main">
              <a:ext uri="{FF2B5EF4-FFF2-40B4-BE49-F238E27FC236}">
                <a16:creationId xmlns:a16="http://schemas.microsoft.com/office/drawing/2014/main" id="{E83E3A58-F852-4790-A5E0-AFD66446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433" y="3114675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8" name="조직-n-0786c8c3">
            <a:extLst xmlns:a="http://schemas.openxmlformats.org/drawingml/2006/main">
              <a:ext uri="{FF2B5EF4-FFF2-40B4-BE49-F238E27FC236}">
                <a16:creationId xmlns:a16="http://schemas.microsoft.com/office/drawing/2014/main" id="{E4AD3E42-D555-4592-B0F9-ABCD38A2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1" y="3114675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9" name="조직-n-db844008">
            <a:extLst xmlns:a="http://schemas.openxmlformats.org/drawingml/2006/main">
              <a:ext uri="{FF2B5EF4-FFF2-40B4-BE49-F238E27FC236}">
                <a16:creationId xmlns:a16="http://schemas.microsoft.com/office/drawing/2014/main" id="{5D5E2595-000A-4E78-95C1-F4C47C02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30" y="1123950"/>
            <a:ext cx="266700" cy="304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08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성남분원</a:t>
            </a:r>
          </a:p>
        </p:txBody>
      </p:sp>
      <p:sp>
        <p:nvSpPr>
          <p:cNvPr id="90" name="조직-n-1df88277">
            <a:extLst xmlns:a="http://schemas.openxmlformats.org/drawingml/2006/main">
              <a:ext uri="{FF2B5EF4-FFF2-40B4-BE49-F238E27FC236}">
                <a16:creationId xmlns:a16="http://schemas.microsoft.com/office/drawing/2014/main" id="{EBE32E8A-4832-42C1-9E25-9AB4C029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347" y="1123950"/>
            <a:ext cx="266700" cy="304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08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이북5도</a:t>
            </a:r>
          </a:p>
        </p:txBody>
      </p:sp>
      <p:sp>
        <p:nvSpPr>
          <p:cNvPr id="91" name="조직-n-9226dfc0">
            <a:extLst xmlns:a="http://schemas.openxmlformats.org/drawingml/2006/main">
              <a:ext uri="{FF2B5EF4-FFF2-40B4-BE49-F238E27FC236}">
                <a16:creationId xmlns:a16="http://schemas.microsoft.com/office/drawing/2014/main" id="{69E002F2-25B7-4B1D-BCF4-D22B8FC4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665" y="1123950"/>
            <a:ext cx="266700" cy="304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54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인천청사관리소</a:t>
            </a:r>
          </a:p>
        </p:txBody>
      </p:sp>
      <p:sp>
        <p:nvSpPr>
          <p:cNvPr id="92" name="조직-n-8018702d">
            <a:extLst xmlns:a="http://schemas.openxmlformats.org/drawingml/2006/main">
              <a:ext uri="{FF2B5EF4-FFF2-40B4-BE49-F238E27FC236}">
                <a16:creationId xmlns:a16="http://schemas.microsoft.com/office/drawing/2014/main" id="{9D05D09D-FC7C-486A-AF2E-3DA394C8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6926" y="1123950"/>
            <a:ext cx="118872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정부청사관리본부 (가)</a:t>
            </a:r>
          </a:p>
        </p:txBody>
      </p:sp>
      <p:sp>
        <p:nvSpPr>
          <p:cNvPr id="93" name="조직-n-33d8763c">
            <a:extLst xmlns:a="http://schemas.openxmlformats.org/drawingml/2006/main">
              <a:ext uri="{FF2B5EF4-FFF2-40B4-BE49-F238E27FC236}">
                <a16:creationId xmlns:a16="http://schemas.microsoft.com/office/drawing/2014/main" id="{C72AC770-484B-4F67-838F-DC3F09A6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8022" y="3114675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4" name="조직-n-e4df03be">
            <a:extLst xmlns:a="http://schemas.openxmlformats.org/drawingml/2006/main">
              <a:ext uri="{FF2B5EF4-FFF2-40B4-BE49-F238E27FC236}">
                <a16:creationId xmlns:a16="http://schemas.microsoft.com/office/drawing/2014/main" id="{AD256B51-3860-4D1E-AF7D-086E38BE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339" y="3114675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5" name="조직-n-c1a8b427">
            <a:extLst xmlns:a="http://schemas.openxmlformats.org/drawingml/2006/main">
              <a:ext uri="{FF2B5EF4-FFF2-40B4-BE49-F238E27FC236}">
                <a16:creationId xmlns:a16="http://schemas.microsoft.com/office/drawing/2014/main" id="{6FEACADE-240B-4F37-AD8C-4D50BBDB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657" y="3114675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6" name="조직-n-5280eec0">
            <a:extLst xmlns:a="http://schemas.openxmlformats.org/drawingml/2006/main">
              <a:ext uri="{FF2B5EF4-FFF2-40B4-BE49-F238E27FC236}">
                <a16:creationId xmlns:a16="http://schemas.microsoft.com/office/drawing/2014/main" id="{4FBE26A1-E5CF-41E3-A364-3CE0290E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4975" y="3114675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7" name="조직-n-cab6c0d1">
            <a:extLst xmlns:a="http://schemas.openxmlformats.org/drawingml/2006/main">
              <a:ext uri="{FF2B5EF4-FFF2-40B4-BE49-F238E27FC236}">
                <a16:creationId xmlns:a16="http://schemas.microsoft.com/office/drawing/2014/main" id="{9F926E4A-D262-4B9B-BC16-27B1AA0A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293" y="3114675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8" name="조직-n-d5dc0955">
            <a:extLst xmlns:a="http://schemas.openxmlformats.org/drawingml/2006/main">
              <a:ext uri="{FF2B5EF4-FFF2-40B4-BE49-F238E27FC236}">
                <a16:creationId xmlns:a16="http://schemas.microsoft.com/office/drawing/2014/main" id="{C67AB3B1-5C12-4ED4-B599-E96D8F92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9610" y="3114675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9" name="조직-n-74b0d911">
            <a:extLst xmlns:a="http://schemas.openxmlformats.org/drawingml/2006/main">
              <a:ext uri="{FF2B5EF4-FFF2-40B4-BE49-F238E27FC236}">
                <a16:creationId xmlns:a16="http://schemas.microsoft.com/office/drawing/2014/main" id="{DB620535-1C8C-45EC-832A-A3E7F002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1928" y="3114675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0" name="조직-n-f7625d6c">
            <a:extLst xmlns:a="http://schemas.openxmlformats.org/drawingml/2006/main">
              <a:ext uri="{FF2B5EF4-FFF2-40B4-BE49-F238E27FC236}">
                <a16:creationId xmlns:a16="http://schemas.microsoft.com/office/drawing/2014/main" id="{AD66EF2F-3F21-405A-8F14-4DFA9403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207" y="1123950"/>
            <a:ext cx="266700" cy="304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54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제주청사관리소</a:t>
            </a:r>
          </a:p>
        </p:txBody>
      </p:sp>
      <p:sp>
        <p:nvSpPr>
          <p:cNvPr id="101" name="조직-n-e597a744">
            <a:extLst xmlns:a="http://schemas.openxmlformats.org/drawingml/2006/main">
              <a:ext uri="{FF2B5EF4-FFF2-40B4-BE49-F238E27FC236}">
                <a16:creationId xmlns:a16="http://schemas.microsoft.com/office/drawing/2014/main" id="{D60A67EB-DDAF-4927-B9A6-7EE96E4F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826" y="1123950"/>
            <a:ext cx="518416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685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주민등록번호변경위원회</a:t>
            </a:r>
          </a:p>
        </p:txBody>
      </p:sp>
      <p:sp>
        <p:nvSpPr>
          <p:cNvPr id="102" name="조직-n-f591ac80">
            <a:extLst xmlns:a="http://schemas.openxmlformats.org/drawingml/2006/main">
              <a:ext uri="{FF2B5EF4-FFF2-40B4-BE49-F238E27FC236}">
                <a16:creationId xmlns:a16="http://schemas.microsoft.com/office/drawing/2014/main" id="{CE0302FC-6ECE-44C2-9A97-0CB0D6B2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826" y="3114675"/>
            <a:ext cx="518416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29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사무국 (나)</a:t>
            </a:r>
          </a:p>
        </p:txBody>
      </p:sp>
      <p:sp>
        <p:nvSpPr>
          <p:cNvPr id="103" name="조직-n-f52d0053">
            <a:extLst xmlns:a="http://schemas.openxmlformats.org/drawingml/2006/main">
              <a:ext uri="{FF2B5EF4-FFF2-40B4-BE49-F238E27FC236}">
                <a16:creationId xmlns:a16="http://schemas.microsoft.com/office/drawing/2014/main" id="{422CCFCF-0EDA-4840-86A8-2B89A0DD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564" y="5105400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4" name="조직-n-a7999a8a">
            <a:extLst xmlns:a="http://schemas.openxmlformats.org/drawingml/2006/main">
              <a:ext uri="{FF2B5EF4-FFF2-40B4-BE49-F238E27FC236}">
                <a16:creationId xmlns:a16="http://schemas.microsoft.com/office/drawing/2014/main" id="{C81560CF-3426-4235-AF6E-244A3491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355" y="1123950"/>
            <a:ext cx="123253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9934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지방자치인재개발원 (평)</a:t>
            </a:r>
          </a:p>
        </p:txBody>
      </p:sp>
      <p:sp>
        <p:nvSpPr>
          <p:cNvPr id="105" name="조직-n-8e254b6f">
            <a:extLst xmlns:a="http://schemas.openxmlformats.org/drawingml/2006/main">
              <a:ext uri="{FF2B5EF4-FFF2-40B4-BE49-F238E27FC236}">
                <a16:creationId xmlns:a16="http://schemas.microsoft.com/office/drawing/2014/main" id="{15049B2B-56FB-43CF-B826-B3284379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323" y="3114675"/>
            <a:ext cx="96964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교수부 (나)</a:t>
            </a:r>
          </a:p>
        </p:txBody>
      </p:sp>
      <p:sp>
        <p:nvSpPr>
          <p:cNvPr id="106" name="조직-n-c032ae6d">
            <a:extLst xmlns:a="http://schemas.openxmlformats.org/drawingml/2006/main">
              <a:ext uri="{FF2B5EF4-FFF2-40B4-BE49-F238E27FC236}">
                <a16:creationId xmlns:a16="http://schemas.microsoft.com/office/drawing/2014/main" id="{B1DBCF3B-CA2E-4C04-A30A-9EC057AF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199" y="5105400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육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7" name="조직-n-13117a60">
            <a:extLst xmlns:a="http://schemas.openxmlformats.org/drawingml/2006/main">
              <a:ext uri="{FF2B5EF4-FFF2-40B4-BE49-F238E27FC236}">
                <a16:creationId xmlns:a16="http://schemas.microsoft.com/office/drawing/2014/main" id="{ABA14611-1C7B-4C3B-B16D-367528D7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517" y="5105400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육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8" name="조직-n-b3e9ac1f">
            <a:extLst xmlns:a="http://schemas.openxmlformats.org/drawingml/2006/main">
              <a:ext uri="{FF2B5EF4-FFF2-40B4-BE49-F238E27FC236}">
                <a16:creationId xmlns:a16="http://schemas.microsoft.com/office/drawing/2014/main" id="{B58A3734-DCF5-4258-86BF-D5153710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5834" y="5105400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성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9" name="조직-n-f3500d15">
            <a:extLst xmlns:a="http://schemas.openxmlformats.org/drawingml/2006/main">
              <a:ext uri="{FF2B5EF4-FFF2-40B4-BE49-F238E27FC236}">
                <a16:creationId xmlns:a16="http://schemas.microsoft.com/office/drawing/2014/main" id="{23A2FEF7-7B7D-46D8-904E-728F732B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152" y="5105400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터</a:t>
            </a:r>
          </a:p>
        </p:txBody>
      </p:sp>
      <p:sp>
        <p:nvSpPr>
          <p:cNvPr id="110" name="조직-n-68e8c408">
            <a:extLst xmlns:a="http://schemas.openxmlformats.org/drawingml/2006/main">
              <a:ext uri="{FF2B5EF4-FFF2-40B4-BE49-F238E27FC236}">
                <a16:creationId xmlns:a16="http://schemas.microsoft.com/office/drawing/2014/main" id="{ED97A928-EC26-4E9D-A4E3-D06307C7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0470" y="5105400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11" name="조직-n-72312572">
            <a:extLst xmlns:a="http://schemas.openxmlformats.org/drawingml/2006/main">
              <a:ext uri="{FF2B5EF4-FFF2-40B4-BE49-F238E27FC236}">
                <a16:creationId xmlns:a16="http://schemas.microsoft.com/office/drawing/2014/main" id="{18F2D038-CACA-4AE0-BE90-9C0245D3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2605" y="3114675"/>
            <a:ext cx="777623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기획부 (나)</a:t>
            </a:r>
          </a:p>
        </p:txBody>
      </p:sp>
      <p:sp>
        <p:nvSpPr>
          <p:cNvPr id="112" name="조직-n-1eb133e3">
            <a:extLst xmlns:a="http://schemas.openxmlformats.org/drawingml/2006/main">
              <a:ext uri="{FF2B5EF4-FFF2-40B4-BE49-F238E27FC236}">
                <a16:creationId xmlns:a16="http://schemas.microsoft.com/office/drawing/2014/main" id="{12B5B0CD-193D-4212-9EB4-CC832632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2788" y="5105400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육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3" name="조직-n-4f7c23a4">
            <a:extLst xmlns:a="http://schemas.openxmlformats.org/drawingml/2006/main">
              <a:ext uri="{FF2B5EF4-FFF2-40B4-BE49-F238E27FC236}">
                <a16:creationId xmlns:a16="http://schemas.microsoft.com/office/drawing/2014/main" id="{3E6A05EE-B921-4A05-ABAD-509D6335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105" y="5105400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4" name="조직-n-8765af75">
            <a:extLst xmlns:a="http://schemas.openxmlformats.org/drawingml/2006/main">
              <a:ext uri="{FF2B5EF4-FFF2-40B4-BE49-F238E27FC236}">
                <a16:creationId xmlns:a16="http://schemas.microsoft.com/office/drawing/2014/main" id="{D14B948E-CB0E-4ED3-8BB5-4DBADEA3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423" y="5105400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5" name="조직-n-ed851562">
            <a:extLst xmlns:a="http://schemas.openxmlformats.org/drawingml/2006/main">
              <a:ext uri="{FF2B5EF4-FFF2-40B4-BE49-F238E27FC236}">
                <a16:creationId xmlns:a16="http://schemas.microsoft.com/office/drawing/2014/main" id="{A915E956-87F1-4E1A-ABA6-1DC65AA7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0142" y="1123950"/>
            <a:ext cx="110109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대통령기록관 (나)</a:t>
            </a:r>
          </a:p>
        </p:txBody>
      </p:sp>
      <p:sp>
        <p:nvSpPr>
          <p:cNvPr id="116" name="조직-n-8255945e">
            <a:extLst xmlns:a="http://schemas.openxmlformats.org/drawingml/2006/main">
              <a:ext uri="{FF2B5EF4-FFF2-40B4-BE49-F238E27FC236}">
                <a16:creationId xmlns:a16="http://schemas.microsoft.com/office/drawing/2014/main" id="{1069018C-BC4D-4F52-862A-EE3A15DA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9741" y="3114675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7" name="조직-n-db3773a6">
            <a:extLst xmlns:a="http://schemas.openxmlformats.org/drawingml/2006/main">
              <a:ext uri="{FF2B5EF4-FFF2-40B4-BE49-F238E27FC236}">
                <a16:creationId xmlns:a16="http://schemas.microsoft.com/office/drawing/2014/main" id="{A7B5E9E4-FB6A-48F3-991C-8063A81B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059" y="3114675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8" name="조직-n-d7ffdb4c">
            <a:extLst xmlns:a="http://schemas.openxmlformats.org/drawingml/2006/main">
              <a:ext uri="{FF2B5EF4-FFF2-40B4-BE49-F238E27FC236}">
                <a16:creationId xmlns:a16="http://schemas.microsoft.com/office/drawing/2014/main" id="{3A993FB6-77BB-48B5-A6F3-6AD681FA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376" y="3114675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9" name="조직-n-e13994df">
            <a:extLst xmlns:a="http://schemas.openxmlformats.org/drawingml/2006/main">
              <a:ext uri="{FF2B5EF4-FFF2-40B4-BE49-F238E27FC236}">
                <a16:creationId xmlns:a16="http://schemas.microsoft.com/office/drawing/2014/main" id="{66FED38F-1F63-4A68-B109-6FEFA734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6694" y="3114675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0" name="조직-n-d20f1730">
            <a:extLst xmlns:a="http://schemas.openxmlformats.org/drawingml/2006/main">
              <a:ext uri="{FF2B5EF4-FFF2-40B4-BE49-F238E27FC236}">
                <a16:creationId xmlns:a16="http://schemas.microsoft.com/office/drawing/2014/main" id="{08010A64-9465-4489-A4B4-7C9EAC71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012" y="3114675"/>
            <a:ext cx="232622" cy="1257300"/>
          </a:xfrm>
          <a:prstGeom xmlns:a="http://schemas.openxmlformats.org/drawingml/2006/main" prst="roundRect">
            <a:avLst>
              <a:gd name="adj" fmla="val 40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464D75F-E764-4A1E-A1B8-F324F908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22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06974E17-1368-4FEE-AAE3-374DFF2E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1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227C84C-6DC8-45D0-80F8-502F22F7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124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BD6394FC-5601-4172-B79A-7F5BEFE3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125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2B743AD4-B68F-44C0-A928-A290E8C2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6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DDB54992-E41E-4815-A369-B3722F66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127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0D5C31CA-CC98-4AE1-8FB6-508ACEF3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(임) 임기제  (책) 책임운영  (총) 총액  (자) 자율  (평) 평가  (한) 한시</a:t>
            </a:r>
          </a:p>
        </p:txBody>
      </p:sp>
      <p:sp>
        <p:nvSpPr>
          <p:cNvPr id="128" name="쪽번호">
            <a:extLst xmlns:a="http://schemas.openxmlformats.org/drawingml/2006/main">
              <a:ext uri="{FF2B5EF4-FFF2-40B4-BE49-F238E27FC236}">
                <a16:creationId xmlns:a16="http://schemas.microsoft.com/office/drawing/2014/main" id="{837125EC-D47A-47AD-ADA6-D9E48F3C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15448211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2026-07-24T04:31:11.9790000Z</dcterms:created>
  <dcterms:modified xsi:type="dcterms:W3CDTF">2026-07-24T04:31:11.9790000Z</dcterms:modified>
</coreProperties>
</file>