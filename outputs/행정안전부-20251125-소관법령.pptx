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8b204b00af4d52" /><Relationship Type="http://schemas.openxmlformats.org/officeDocument/2006/relationships/extended-properties" Target="/docProps/app.xml" Id="R4b2664e79a0b4d46" /><Relationship Type="http://schemas.openxmlformats.org/officeDocument/2006/relationships/officeDocument" Target="/ppt/presentation.xml" Id="R4aaf6317a1fb41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7c734dc7a24100"/>
  </p:sldMasterIdLst>
  <p:notesMasterIdLst>
    <p:notesMasterId xmlns:r="http://schemas.openxmlformats.org/officeDocument/2006/relationships" r:id="R6e4984f5adc24899"/>
  </p:notesMasterIdLst>
  <p:sldIdLst>
    <p:sldId xmlns:r="http://schemas.openxmlformats.org/officeDocument/2006/relationships" id="256" r:id="Rae5291fc3adb4420"/>
    <p:sldId xmlns:r="http://schemas.openxmlformats.org/officeDocument/2006/relationships" id="257" r:id="Ra7efc07448f54ced"/>
    <p:sldId xmlns:r="http://schemas.openxmlformats.org/officeDocument/2006/relationships" id="258" r:id="Rc93ce525a3bd4cf9"/>
    <p:sldId xmlns:r="http://schemas.openxmlformats.org/officeDocument/2006/relationships" id="259" r:id="R5b277f659afa400f"/>
    <p:sldId xmlns:r="http://schemas.openxmlformats.org/officeDocument/2006/relationships" id="260" r:id="Rd63c1d9b6c144bfc"/>
    <p:sldId xmlns:r="http://schemas.openxmlformats.org/officeDocument/2006/relationships" id="261" r:id="R59f6a1b36a7f4917"/>
    <p:sldId xmlns:r="http://schemas.openxmlformats.org/officeDocument/2006/relationships" id="262" r:id="R2ebf2b38e90b4b6e"/>
    <p:sldId xmlns:r="http://schemas.openxmlformats.org/officeDocument/2006/relationships" id="263" r:id="Rcea6b4e7303d46e3"/>
    <p:sldId xmlns:r="http://schemas.openxmlformats.org/officeDocument/2006/relationships" id="264" r:id="R34d8d14df94546db"/>
    <p:sldId xmlns:r="http://schemas.openxmlformats.org/officeDocument/2006/relationships" id="265" r:id="R8f0153a5b0a6491b"/>
    <p:sldId xmlns:r="http://schemas.openxmlformats.org/officeDocument/2006/relationships" id="266" r:id="R2758b3840fef4e76"/>
    <p:sldId xmlns:r="http://schemas.openxmlformats.org/officeDocument/2006/relationships" id="267" r:id="R6b813173b15c4f4b"/>
    <p:sldId xmlns:r="http://schemas.openxmlformats.org/officeDocument/2006/relationships" id="268" r:id="Rb5443c81ddd043a4"/>
    <p:sldId xmlns:r="http://schemas.openxmlformats.org/officeDocument/2006/relationships" id="269" r:id="Rdd1199847ed74107"/>
    <p:sldId xmlns:r="http://schemas.openxmlformats.org/officeDocument/2006/relationships" id="270" r:id="R7b4cbe17036b4113"/>
    <p:sldId xmlns:r="http://schemas.openxmlformats.org/officeDocument/2006/relationships" id="271" r:id="Rc4dcfb0d65e24ff7"/>
    <p:sldId xmlns:r="http://schemas.openxmlformats.org/officeDocument/2006/relationships" id="272" r:id="Ra6d71ad52e6c47ed"/>
  </p:sldIdLst>
  <p:sldSz cx="10693432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8c8eea264e462a" /><Relationship Type="http://schemas.openxmlformats.org/officeDocument/2006/relationships/slideMaster" Target="/ppt/slideMasters/slideMaster1.xml" Id="R8e7c734dc7a24100" /><Relationship Type="http://schemas.openxmlformats.org/officeDocument/2006/relationships/notesMaster" Target="/ppt/notesMasters/notesMaster1.xml" Id="R6e4984f5adc24899" /><Relationship Type="http://schemas.openxmlformats.org/officeDocument/2006/relationships/presProps" Target="/ppt/presProps.xml" Id="Ra2db9ca592b449a3" /><Relationship Type="http://schemas.openxmlformats.org/officeDocument/2006/relationships/tableStyles" Target="/ppt/tableStyles.xml" Id="R5e646d325c524e7d" /><Relationship Type="http://schemas.openxmlformats.org/officeDocument/2006/relationships/slide" Target="/ppt/slides/slide1.xml" Id="Rae5291fc3adb4420" /><Relationship Type="http://schemas.openxmlformats.org/officeDocument/2006/relationships/slide" Target="/ppt/slides/slide2.xml" Id="Ra7efc07448f54ced" /><Relationship Type="http://schemas.openxmlformats.org/officeDocument/2006/relationships/slide" Target="/ppt/slides/slide3.xml" Id="Rc93ce525a3bd4cf9" /><Relationship Type="http://schemas.openxmlformats.org/officeDocument/2006/relationships/slide" Target="/ppt/slides/slide4.xml" Id="R5b277f659afa400f" /><Relationship Type="http://schemas.openxmlformats.org/officeDocument/2006/relationships/slide" Target="/ppt/slides/slide5.xml" Id="Rd63c1d9b6c144bfc" /><Relationship Type="http://schemas.openxmlformats.org/officeDocument/2006/relationships/slide" Target="/ppt/slides/slide6.xml" Id="R59f6a1b36a7f4917" /><Relationship Type="http://schemas.openxmlformats.org/officeDocument/2006/relationships/slide" Target="/ppt/slides/slide7.xml" Id="R2ebf2b38e90b4b6e" /><Relationship Type="http://schemas.openxmlformats.org/officeDocument/2006/relationships/slide" Target="/ppt/slides/slide8.xml" Id="Rcea6b4e7303d46e3" /><Relationship Type="http://schemas.openxmlformats.org/officeDocument/2006/relationships/slide" Target="/ppt/slides/slide9.xml" Id="R34d8d14df94546db" /><Relationship Type="http://schemas.openxmlformats.org/officeDocument/2006/relationships/slide" Target="/ppt/slides/slide10.xml" Id="R8f0153a5b0a6491b" /><Relationship Type="http://schemas.openxmlformats.org/officeDocument/2006/relationships/slide" Target="/ppt/slides/slide11.xml" Id="R2758b3840fef4e76" /><Relationship Type="http://schemas.openxmlformats.org/officeDocument/2006/relationships/slide" Target="/ppt/slides/slide12.xml" Id="R6b813173b15c4f4b" /><Relationship Type="http://schemas.openxmlformats.org/officeDocument/2006/relationships/slide" Target="/ppt/slides/slide13.xml" Id="Rb5443c81ddd043a4" /><Relationship Type="http://schemas.openxmlformats.org/officeDocument/2006/relationships/slide" Target="/ppt/slides/slide14.xml" Id="Rdd1199847ed74107" /><Relationship Type="http://schemas.openxmlformats.org/officeDocument/2006/relationships/slide" Target="/ppt/slides/slide15.xml" Id="R7b4cbe17036b4113" /><Relationship Type="http://schemas.openxmlformats.org/officeDocument/2006/relationships/slide" Target="/ppt/slides/slide16.xml" Id="Rc4dcfb0d65e24ff7" /><Relationship Type="http://schemas.openxmlformats.org/officeDocument/2006/relationships/slide" Target="/ppt/slides/slide17.xml" Id="Ra6d71ad52e6c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356c4609be47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eb7eec47a64cea" /><Relationship Type="http://schemas.openxmlformats.org/officeDocument/2006/relationships/notesMaster" Target="/ppt/notesMasters/notesMaster1.xml" Id="Rd7685ea0d643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dc1cc7f6bb49a6" /><Relationship Type="http://schemas.openxmlformats.org/officeDocument/2006/relationships/notesMaster" Target="/ppt/notesMasters/notesMaster1.xml" Id="R9c887bc58eb045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2d5b64d2534a01" /><Relationship Type="http://schemas.openxmlformats.org/officeDocument/2006/relationships/notesMaster" Target="/ppt/notesMasters/notesMaster1.xml" Id="R0f09a9fce6084f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6a513d327b49ca" /><Relationship Type="http://schemas.openxmlformats.org/officeDocument/2006/relationships/notesMaster" Target="/ppt/notesMasters/notesMaster1.xml" Id="R1d5851b48b7449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3460a17ed04884" /><Relationship Type="http://schemas.openxmlformats.org/officeDocument/2006/relationships/notesMaster" Target="/ppt/notesMasters/notesMaster1.xml" Id="R370718a53cc441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403f54a0814581" /><Relationship Type="http://schemas.openxmlformats.org/officeDocument/2006/relationships/notesMaster" Target="/ppt/notesMasters/notesMaster1.xml" Id="R1a37c51606774d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7d9675fcc746fc" /><Relationship Type="http://schemas.openxmlformats.org/officeDocument/2006/relationships/notesMaster" Target="/ppt/notesMasters/notesMaster1.xml" Id="R0c7fd3d7116f4b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d018454a7a4411" /><Relationship Type="http://schemas.openxmlformats.org/officeDocument/2006/relationships/notesMaster" Target="/ppt/notesMasters/notesMaster1.xml" Id="R005b3679a0e54d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f54dc2c3d74131" /><Relationship Type="http://schemas.openxmlformats.org/officeDocument/2006/relationships/notesMaster" Target="/ppt/notesMasters/notesMaster1.xml" Id="Ra6439073ebf543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bf9b45f9ee48b0" /><Relationship Type="http://schemas.openxmlformats.org/officeDocument/2006/relationships/notesMaster" Target="/ppt/notesMasters/notesMaster1.xml" Id="R3e853e7f32be4f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a5ebc3baaa4239" /><Relationship Type="http://schemas.openxmlformats.org/officeDocument/2006/relationships/notesMaster" Target="/ppt/notesMasters/notesMaster1.xml" Id="Rcbbea69886ad40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b6df5b408f42af" /><Relationship Type="http://schemas.openxmlformats.org/officeDocument/2006/relationships/notesMaster" Target="/ppt/notesMasters/notesMaster1.xml" Id="R3325f0857e444b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feff60858f4b93" /><Relationship Type="http://schemas.openxmlformats.org/officeDocument/2006/relationships/notesMaster" Target="/ppt/notesMasters/notesMaster1.xml" Id="Re41861bffd014f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230c7f32f844da" /><Relationship Type="http://schemas.openxmlformats.org/officeDocument/2006/relationships/notesMaster" Target="/ppt/notesMasters/notesMaster1.xml" Id="Re011b3b3de9d4d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db2ecf71a6482e" /><Relationship Type="http://schemas.openxmlformats.org/officeDocument/2006/relationships/notesMaster" Target="/ppt/notesMasters/notesMaster1.xml" Id="R98a85652660e48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52359375c04d5b" /><Relationship Type="http://schemas.openxmlformats.org/officeDocument/2006/relationships/notesMaster" Target="/ppt/notesMasters/notesMaster1.xml" Id="R00bb8084046647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4719b960fb42f0" /><Relationship Type="http://schemas.openxmlformats.org/officeDocument/2006/relationships/notesMaster" Target="/ppt/notesMasters/notesMaster1.xml" Id="Rde5b4f2ccadb46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8c89197004d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b163d5637c4295" /><Relationship Type="http://schemas.openxmlformats.org/officeDocument/2006/relationships/slideLayout" Target="/ppt/slideLayouts/slideLayout1.xml" Id="R86be147eb6f94b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be147eb6f94b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021f1f2e5429d" /><Relationship Type="http://schemas.openxmlformats.org/officeDocument/2006/relationships/notesSlide" Target="/ppt/notesSlides/notesSlide1.xml" Id="Raa1157db4b4347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aa98e7ffe4b28" /><Relationship Type="http://schemas.openxmlformats.org/officeDocument/2006/relationships/notesSlide" Target="/ppt/notesSlides/notesSlide2.xml" Id="R1377d147d6d04c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d2a0c07304c73" /><Relationship Type="http://schemas.openxmlformats.org/officeDocument/2006/relationships/notesSlide" Target="/ppt/notesSlides/notesSlide3.xml" Id="Rb0b40b8663ee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5994461cc480e" /><Relationship Type="http://schemas.openxmlformats.org/officeDocument/2006/relationships/notesSlide" Target="/ppt/notesSlides/notesSlide4.xml" Id="Rf024518be71947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98b50a9584178" /><Relationship Type="http://schemas.openxmlformats.org/officeDocument/2006/relationships/notesSlide" Target="/ppt/notesSlides/notesSlide5.xml" Id="R8522a1480f5140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27c9cbc17428e" /><Relationship Type="http://schemas.openxmlformats.org/officeDocument/2006/relationships/notesSlide" Target="/ppt/notesSlides/notesSlide6.xml" Id="Ra6a9a029dffc4a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81cd89f7f4d6a" /><Relationship Type="http://schemas.openxmlformats.org/officeDocument/2006/relationships/notesSlide" Target="/ppt/notesSlides/notesSlide7.xml" Id="Rc260dbf1133040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ab1fafe4d4f7b" /><Relationship Type="http://schemas.openxmlformats.org/officeDocument/2006/relationships/notesSlide" Target="/ppt/notesSlides/notesSlide8.xml" Id="R5e2ff0abc27341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9ff80ac69455b" /><Relationship Type="http://schemas.openxmlformats.org/officeDocument/2006/relationships/notesSlide" Target="/ppt/notesSlides/notesSlide9.xml" Id="R23e84c3f45fe4e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cf1d52bac4be7" /><Relationship Type="http://schemas.openxmlformats.org/officeDocument/2006/relationships/notesSlide" Target="/ppt/notesSlides/notesSlide10.xml" Id="R0eb73246057a4c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523adb2224ef2" /><Relationship Type="http://schemas.openxmlformats.org/officeDocument/2006/relationships/notesSlide" Target="/ppt/notesSlides/notesSlide11.xml" Id="Re8406dfb392346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d7ec7413a4011" /><Relationship Type="http://schemas.openxmlformats.org/officeDocument/2006/relationships/notesSlide" Target="/ppt/notesSlides/notesSlide12.xml" Id="Ra89c4a3fc27b4c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1c444ae92408c" /><Relationship Type="http://schemas.openxmlformats.org/officeDocument/2006/relationships/notesSlide" Target="/ppt/notesSlides/notesSlide13.xml" Id="R66bad8468f544d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0d8c2d8c44174" /><Relationship Type="http://schemas.openxmlformats.org/officeDocument/2006/relationships/notesSlide" Target="/ppt/notesSlides/notesSlide14.xml" Id="R940e6610e3bf4b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c85833aa54b96" /><Relationship Type="http://schemas.openxmlformats.org/officeDocument/2006/relationships/notesSlide" Target="/ppt/notesSlides/notesSlide15.xml" Id="R6a9cf20747274e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ce96ca411484a" /><Relationship Type="http://schemas.openxmlformats.org/officeDocument/2006/relationships/notesSlide" Target="/ppt/notesSlides/notesSlide16.xml" Id="R7f26a5caa49e48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6e884fba842e8" /><Relationship Type="http://schemas.openxmlformats.org/officeDocument/2006/relationships/notesSlide" Target="/ppt/notesSlides/notesSlide17.xml" Id="R98823ac4735d4d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기관명">
            <a:extLst xmlns:a="http://schemas.openxmlformats.org/drawingml/2006/main">
              <a:ext uri="{FF2B5EF4-FFF2-40B4-BE49-F238E27FC236}">
                <a16:creationId xmlns:a16="http://schemas.microsoft.com/office/drawing/2014/main" id="{B0A09C54-DE78-4BD0-AD17-3808856E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306AC7AF-A8F3-4C98-B5B4-7773147B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기구 개요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5ABA672F-84F0-4B18-BB82-714023AD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4BF080B-CF6D-4BA1-A2E6-2DDAB74C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DD0D79-BF0F-4167-9A7D-133319E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8BF51B-31C9-4942-842F-1D1FB1F9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115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66BDCE-BA2B-459B-932A-A056E524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C551941-64AB-4DDC-9102-E9B5A617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343157-FE2D-4F3B-AB58-85C5DBC7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673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C2009A-C21F-47FC-A321-D4381ECA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93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B847F9-4DB6-4C6B-95E7-A345FA0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314E10-71A3-401A-86D5-4E549610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98" y="4228719"/>
            <a:ext cx="3115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83248E-1894-4E68-8498-56DAB4B6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9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94665A-08C9-4613-B484-BBF883C2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60BC2DC-2DE9-4BC7-8C5F-6421F387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C10BD2-E9C6-4B8E-8BB2-A10A1813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07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9F1459-79F4-4BE7-9887-414B5C23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062A78-C8A4-488D-9D3B-A2AD928A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32AFEEA-96EC-4EB8-A0D0-56C4DB71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E792B8-9E33-4C58-94B7-93102710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EC1688-A681-4885-A275-303113E3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16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53707A-2339-4F9C-BE5E-695E3091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DB0D523-4EDC-4ABA-8A53-825AD272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551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4ADBEA-E590-4897-8672-A91A1611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5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DCEB73-1D94-4DBD-9321-5D9E6043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18D2F8-61E1-4489-9341-4846005D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759A2D-C87C-483D-AF46-4A47C94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4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22E74F-736F-419C-ABF3-DD450680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AD0C7E-CDBF-48D2-B872-14E815B4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647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C55F5F-C6C2-412C-829E-71394D03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64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338836-CF9F-4D83-83A8-0CD1860F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CDED4E-F3D5-45AA-A9D0-6C4F7D2F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7A98D34-97E0-46FD-B8D1-DB187A3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033CF29-9D3B-4F59-B015-65783FE2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9C41DB-ABF4-4F72-A6F2-4C517F69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2237994"/>
            <a:ext cx="15577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9EC2A2D-C6E5-4C03-AF13-0782ECCE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FAA62C3-5835-4F75-AB89-EAA03DC9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DD3A2E-4B8E-4375-83BE-7569A617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3115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D89DE7-7E39-4D3B-9CE7-D61020B7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45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DE7FC2-B39D-46FD-B8CB-2BC20045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4C697F-9F98-4727-8722-CD64CE75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4228719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A75A51-8E8B-4339-A351-5116A4BF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815636-EDB8-4A5C-81BF-9C3635B4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283CD4A-0D45-4B96-A0F1-E8FC735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689" y="4228719"/>
            <a:ext cx="18692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8F140F-EC78-4B0D-AE0F-5770DD94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6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D143E5-962D-451E-85C1-09FCE6AB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377CF8-588F-4E3E-B429-FDBDE4F8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F74E4C-AE35-4B55-B226-E787A362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BF19D7-0FD9-457B-8686-ACE69808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E44D63-50D4-4C3E-A53F-15316727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DC9D86-C985-4848-A64F-3D2B23F8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ADBA63-78BD-4D46-8B91-DDE7C1CD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93330A-B1F3-44DE-AA4A-22E8E337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18692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42B85D-725D-4952-A6DE-DBFA329B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26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FF36EF3-4B93-4461-8410-3D328FB2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39ABCB-8FC5-4954-8700-F523EC04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85" y="4228719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1148EFB-BDFF-4562-9F95-840B6FA3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8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-n-6d736a60">
            <a:extLst xmlns:a="http://schemas.openxmlformats.org/drawingml/2006/main">
              <a:ext uri="{FF2B5EF4-FFF2-40B4-BE49-F238E27FC236}">
                <a16:creationId xmlns:a16="http://schemas.microsoft.com/office/drawing/2014/main" id="{9276CF3B-6D95-4533-A5BC-C8CA79A0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801" y="1123950"/>
            <a:ext cx="9258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장관</a:t>
            </a:r>
          </a:p>
        </p:txBody>
      </p:sp>
      <p:sp>
        <p:nvSpPr>
          <p:cNvPr id="59" name="조직-n-4481f335">
            <a:extLst xmlns:a="http://schemas.openxmlformats.org/drawingml/2006/main">
              <a:ext uri="{FF2B5EF4-FFF2-40B4-BE49-F238E27FC236}">
                <a16:creationId xmlns:a16="http://schemas.microsoft.com/office/drawing/2014/main" id="{4A3BFC93-7EF9-45E0-935E-FDC56377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062" y="3114675"/>
            <a:ext cx="9258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차관</a:t>
            </a:r>
          </a:p>
        </p:txBody>
      </p:sp>
      <p:sp>
        <p:nvSpPr>
          <p:cNvPr id="60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550CABA7-A466-4BA2-B51A-3129F0C7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9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1" name="조직-n-3b01aefc">
            <a:extLst xmlns:a="http://schemas.openxmlformats.org/drawingml/2006/main">
              <a:ext uri="{FF2B5EF4-FFF2-40B4-BE49-F238E27FC236}">
                <a16:creationId xmlns:a16="http://schemas.microsoft.com/office/drawing/2014/main" id="{ABA5B4E0-20B3-4EBA-ABE1-66F5E000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9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2" name="조직-n-d69fbf30">
            <a:extLst xmlns:a="http://schemas.openxmlformats.org/drawingml/2006/main">
              <a:ext uri="{FF2B5EF4-FFF2-40B4-BE49-F238E27FC236}">
                <a16:creationId xmlns:a16="http://schemas.microsoft.com/office/drawing/2014/main" id="{45473536-F920-4E07-A0B9-95E4A2B5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28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3" name="조직-n-ab808015">
            <a:extLst xmlns:a="http://schemas.openxmlformats.org/drawingml/2006/main">
              <a:ext uri="{FF2B5EF4-FFF2-40B4-BE49-F238E27FC236}">
                <a16:creationId xmlns:a16="http://schemas.microsoft.com/office/drawing/2014/main" id="{4D3047E0-8E9B-4482-A3C6-FA26E2D5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38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</p:txBody>
      </p:sp>
      <p:sp>
        <p:nvSpPr>
          <p:cNvPr id="64" name="조직-n-faacece0">
            <a:extLst xmlns:a="http://schemas.openxmlformats.org/drawingml/2006/main">
              <a:ext uri="{FF2B5EF4-FFF2-40B4-BE49-F238E27FC236}">
                <a16:creationId xmlns:a16="http://schemas.microsoft.com/office/drawing/2014/main" id="{6C24C245-B249-4EE7-86D0-6B215431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8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5" name="조직-n-7ce28e1b">
            <a:extLst xmlns:a="http://schemas.openxmlformats.org/drawingml/2006/main">
              <a:ext uri="{FF2B5EF4-FFF2-40B4-BE49-F238E27FC236}">
                <a16:creationId xmlns:a16="http://schemas.microsoft.com/office/drawing/2014/main" id="{DFA463A9-096A-45F0-875E-A35724CD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57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6" name="조직-n-2c157682">
            <a:extLst xmlns:a="http://schemas.openxmlformats.org/drawingml/2006/main">
              <a:ext uri="{FF2B5EF4-FFF2-40B4-BE49-F238E27FC236}">
                <a16:creationId xmlns:a16="http://schemas.microsoft.com/office/drawing/2014/main" id="{D916E9D1-981C-4914-B285-C86E19F4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67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7" name="조직-n-274000ce">
            <a:extLst xmlns:a="http://schemas.openxmlformats.org/drawingml/2006/main">
              <a:ext uri="{FF2B5EF4-FFF2-40B4-BE49-F238E27FC236}">
                <a16:creationId xmlns:a16="http://schemas.microsoft.com/office/drawing/2014/main" id="{52B446E9-CF57-4C96-B07F-660D3208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76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8" name="조직-n-7c34e405">
            <a:extLst xmlns:a="http://schemas.openxmlformats.org/drawingml/2006/main">
              <a:ext uri="{FF2B5EF4-FFF2-40B4-BE49-F238E27FC236}">
                <a16:creationId xmlns:a16="http://schemas.microsoft.com/office/drawing/2014/main" id="{C5D2F547-15CC-494A-8089-032D2068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86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9" name="조직-n-7d826907">
            <a:extLst xmlns:a="http://schemas.openxmlformats.org/drawingml/2006/main">
              <a:ext uri="{FF2B5EF4-FFF2-40B4-BE49-F238E27FC236}">
                <a16:creationId xmlns:a16="http://schemas.microsoft.com/office/drawing/2014/main" id="{78665B28-953D-4D01-850A-A6DCF88F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95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0" name="조직-n-0fe8378e">
            <a:extLst xmlns:a="http://schemas.openxmlformats.org/drawingml/2006/main">
              <a:ext uri="{FF2B5EF4-FFF2-40B4-BE49-F238E27FC236}">
                <a16:creationId xmlns:a16="http://schemas.microsoft.com/office/drawing/2014/main" id="{AE0CDDA1-83F3-4738-9E9D-4C79EC6C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1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9E81D595-318A-47E6-AAC0-09A0CAF4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372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(가)</a:t>
            </a:r>
          </a:p>
        </p:txBody>
      </p:sp>
      <p:sp>
        <p:nvSpPr>
          <p:cNvPr id="72" name="조직-n-f5907c1d">
            <a:extLst xmlns:a="http://schemas.openxmlformats.org/drawingml/2006/main">
              <a:ext uri="{FF2B5EF4-FFF2-40B4-BE49-F238E27FC236}">
                <a16:creationId xmlns:a16="http://schemas.microsoft.com/office/drawing/2014/main" id="{B70CB217-F6BC-4522-8573-0406494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5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</p:txBody>
      </p:sp>
      <p:sp>
        <p:nvSpPr>
          <p:cNvPr id="73" name="조직-n-f02b3bbf">
            <a:extLst xmlns:a="http://schemas.openxmlformats.org/drawingml/2006/main">
              <a:ext uri="{FF2B5EF4-FFF2-40B4-BE49-F238E27FC236}">
                <a16:creationId xmlns:a16="http://schemas.microsoft.com/office/drawing/2014/main" id="{19BAE67E-DD50-406F-84BF-C3758E18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24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4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6613EC88-9BD0-4644-BB3F-AC3ED8D0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34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5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8A2C431A-0EFC-4F13-B354-39146B30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43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76" name="조직-n-a4fafae2">
            <a:extLst xmlns:a="http://schemas.openxmlformats.org/drawingml/2006/main">
              <a:ext uri="{FF2B5EF4-FFF2-40B4-BE49-F238E27FC236}">
                <a16:creationId xmlns:a16="http://schemas.microsoft.com/office/drawing/2014/main" id="{6AB8428E-FA86-40F4-A9A9-032DA6DA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534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CD62BB-46CF-4B03-9D01-13190E2D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78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67CE6CF8-89B6-4C38-BA03-0BE44121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3CC8496-7DF3-451A-8171-FE13570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80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083AA2BB-8340-4E05-BFE5-E20AEC95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81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6780DBE7-93E9-4BBC-9B6F-0C36A675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3689BFE9-45C3-439A-AF6E-5608D2C5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83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07A06A54-1F04-400E-9733-C754D379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84" name="쪽번호">
            <a:extLst xmlns:a="http://schemas.openxmlformats.org/drawingml/2006/main">
              <a:ext uri="{FF2B5EF4-FFF2-40B4-BE49-F238E27FC236}">
                <a16:creationId xmlns:a16="http://schemas.microsoft.com/office/drawing/2014/main" id="{404633DA-BBC3-4C26-AD8D-ECE29449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393232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기관명">
            <a:extLst xmlns:a="http://schemas.openxmlformats.org/drawingml/2006/main">
              <a:ext uri="{FF2B5EF4-FFF2-40B4-BE49-F238E27FC236}">
                <a16:creationId xmlns:a16="http://schemas.microsoft.com/office/drawing/2014/main" id="{FB9FB1F3-8489-4C0F-9892-13B202A5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6E445930-87E2-46A6-A7E8-518099AF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111B00DB-7243-4DF2-A1C0-02940B36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C12BE5-F28D-4529-B241-EC2FBC0F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45314A3-8A3A-48D6-B6DB-12EF6EE9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FECD07-7BED-4695-AAD1-C80A52E0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2B5539-009A-4D96-9BA4-A73648A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90E5B2-878E-406D-B9BC-9EE56163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3DB5B5-9AB2-489E-A8FD-F543EEBA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07381F-A423-44DF-B421-FB59DAC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EF1C27-2EF9-46FA-9BB5-3BA609DA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B39A81-7F3A-47BC-9E8B-3F866876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859E68-D14F-468B-A660-29E96AE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607BC2-17BB-435D-BB0B-9C7BE204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39D196-70AF-48B9-BBD3-4542DCA8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51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7CE37E-8DE2-4CEC-85C0-F9D98250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5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FD47B9-53E9-417B-B006-0473C752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6ACD29-3C15-4D6B-9059-EDD3D1D3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7D35E8F-D223-4800-AB0F-F7C529AC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97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E4F183-7D52-4816-A941-362A87D4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395052-F41C-44AF-B120-98776569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B5D8EF-489D-437F-86D9-AE7897DF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9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21FA10-7B45-43EA-A1C0-96A36E75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B72A8CD-4FEC-499B-8256-70000413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930B090-9CBD-44E0-B5D1-B22770B8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C3952E-247E-419B-B6A3-A843C632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9C90D8-4CB9-4219-8DD0-E8DE22A8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E5B99F-CD4B-4B17-B2B0-BA1C5B1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2B8794-FBB3-4054-931D-1FF75326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86A57B-B4DB-4E7F-8461-5916B173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22658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7B3A51-9B52-425C-9C59-866E1C41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13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AAFA85-4550-4EFB-A569-11D2B229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11F396-91EF-4E72-9A68-50720BE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91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C370E7-D8D8-45EE-B1A4-9C066F9F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9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D78F29-07D6-4FFC-B7F8-E4C2112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152E46-EF68-4EEE-96D4-C63959D3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C0F6800-90F9-4828-B7A4-FA0857F7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1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A2F226-699B-4F4B-9E14-837B2D82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4E2619-B820-49A4-AEDA-96DF0491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C6C524-24E2-456F-ADA8-6B36D94C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65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E88A71-5DBB-4582-84EA-E7EC339E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911880-58A2-4F2B-B455-084BE856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0" y="2237994"/>
            <a:ext cx="22658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3B6331-0440-4626-8DE9-64BCFEDF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9CA6F8-D7ED-4563-8578-955254E2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F5511A-590A-4383-8D50-7CAD6A5B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0EA5BD-59FA-43D2-B94E-2335CE4B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245A36-EC8D-490D-AB14-C0AB4772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BD90BD-5EED-47D2-AEE1-35115DE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74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370FC26-B66E-4852-B8C0-5C9AC9B0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F8775B-F578-4F9B-BDCF-1BD8EEFB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019F29-8728-428E-86D0-F3E1236A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F55131A-C34C-48B2-BF4A-4C537CAF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6A4F5C0-BD4B-4365-8D7F-AA661DAD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6FC7B8-214E-4309-A180-7C7784F0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8372C1-34F1-4A99-B7D9-985B2782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259" y="4228719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8CAEA6D-AB6C-47C5-9440-8B79FF30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25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5EF385-6E43-4F2C-A3B2-589FB70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153EA2-E1F3-44A9-8405-F417A60C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4228719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CFA059-7C66-4597-9C2B-E4DFF741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90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0D5C96-645B-4C41-AFAB-DC658540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6E96F78-4440-44EB-92A9-0821CF22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8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26A7A8-09E3-4618-B9B7-F3111EAD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7F87CB-3844-4291-AA5D-20455C57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2461AE-2B35-4EAB-A8C1-756B107A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4FBF17-BD4F-4E90-96A0-A2263B8F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2EFF5F-0061-4C29-B41B-929EEC48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A1400C-C59D-48C0-A41A-D8A2D651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804084-4C87-4523-94D9-B723F21C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651E45-1DB0-4191-A396-C82058A2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6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EE2AFA-FCAE-4674-8F24-A44108FF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F37835-584D-434E-9411-CAFD0DC9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90BE50-577B-4849-B5FF-38240823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FCBC17A-0977-47BD-B430-317A5636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57D3FC6-4CED-44F0-A183-830E3462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232DD6C-16B6-4B59-BDBD-24021E95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1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536539DA-D948-4D5A-AE5B-9C2F215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95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기획조정실 (가)</a:t>
            </a:r>
          </a:p>
        </p:txBody>
      </p:sp>
      <p:sp>
        <p:nvSpPr>
          <p:cNvPr id="77" name="조직-n-6deaabb8">
            <a:extLst xmlns:a="http://schemas.openxmlformats.org/drawingml/2006/main">
              <a:ext uri="{FF2B5EF4-FFF2-40B4-BE49-F238E27FC236}">
                <a16:creationId xmlns:a16="http://schemas.microsoft.com/office/drawing/2014/main" id="{212E060D-1701-48F4-A4C9-F2819370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3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8" name="조직-n-0c663167">
            <a:extLst xmlns:a="http://schemas.openxmlformats.org/drawingml/2006/main">
              <a:ext uri="{FF2B5EF4-FFF2-40B4-BE49-F238E27FC236}">
                <a16:creationId xmlns:a16="http://schemas.microsoft.com/office/drawing/2014/main" id="{FDDCCF45-42CB-4364-8D6F-48720786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9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9" name="조직-n-79f6b9b6">
            <a:extLst xmlns:a="http://schemas.openxmlformats.org/drawingml/2006/main">
              <a:ext uri="{FF2B5EF4-FFF2-40B4-BE49-F238E27FC236}">
                <a16:creationId xmlns:a16="http://schemas.microsoft.com/office/drawing/2014/main" id="{4A4A2134-E174-4790-B9DE-FBD09447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5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0" name="조직-n-ca391c93">
            <a:extLst xmlns:a="http://schemas.openxmlformats.org/drawingml/2006/main">
              <a:ext uri="{FF2B5EF4-FFF2-40B4-BE49-F238E27FC236}">
                <a16:creationId xmlns:a16="http://schemas.microsoft.com/office/drawing/2014/main" id="{5810A086-89B1-4B64-8033-BEEFE4BA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612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1" name="조직-n-fbd46cf9">
            <a:extLst xmlns:a="http://schemas.openxmlformats.org/drawingml/2006/main">
              <a:ext uri="{FF2B5EF4-FFF2-40B4-BE49-F238E27FC236}">
                <a16:creationId xmlns:a16="http://schemas.microsoft.com/office/drawing/2014/main" id="{16356813-2E14-48AB-8A28-09DDE75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772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2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60687422-27C5-40EF-BAF2-42D4F70C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347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3" name="조직-n-d35fd50b">
            <a:extLst xmlns:a="http://schemas.openxmlformats.org/drawingml/2006/main">
              <a:ext uri="{FF2B5EF4-FFF2-40B4-BE49-F238E27FC236}">
                <a16:creationId xmlns:a16="http://schemas.microsoft.com/office/drawing/2014/main" id="{CB736D69-AD55-4A9A-B75A-CA3FFA68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33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4" name="조직-n-225837b1">
            <a:extLst xmlns:a="http://schemas.openxmlformats.org/drawingml/2006/main">
              <a:ext uri="{FF2B5EF4-FFF2-40B4-BE49-F238E27FC236}">
                <a16:creationId xmlns:a16="http://schemas.microsoft.com/office/drawing/2014/main" id="{9B980728-159B-4AA1-B18A-04D34D97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093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성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5" name="조직-n-f1907300">
            <a:extLst xmlns:a="http://schemas.openxmlformats.org/drawingml/2006/main">
              <a:ext uri="{FF2B5EF4-FFF2-40B4-BE49-F238E27FC236}">
                <a16:creationId xmlns:a16="http://schemas.microsoft.com/office/drawing/2014/main" id="{53AC8A29-1396-4522-8A82-32E1A21F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254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6" name="조직-n-ba7a45b8">
            <a:extLst xmlns:a="http://schemas.openxmlformats.org/drawingml/2006/main">
              <a:ext uri="{FF2B5EF4-FFF2-40B4-BE49-F238E27FC236}">
                <a16:creationId xmlns:a16="http://schemas.microsoft.com/office/drawing/2014/main" id="{33102E35-4ED8-4E29-9616-CA244ED1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415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7" name="조직-n-dd5ea767">
            <a:extLst xmlns:a="http://schemas.openxmlformats.org/drawingml/2006/main">
              <a:ext uri="{FF2B5EF4-FFF2-40B4-BE49-F238E27FC236}">
                <a16:creationId xmlns:a16="http://schemas.microsoft.com/office/drawing/2014/main" id="{E7709062-CA33-4D6C-BC87-85471921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575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8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065E30C9-C067-4BF6-9B81-CC5170E2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150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9" name="조직-n-946d4490">
            <a:extLst xmlns:a="http://schemas.openxmlformats.org/drawingml/2006/main">
              <a:ext uri="{FF2B5EF4-FFF2-40B4-BE49-F238E27FC236}">
                <a16:creationId xmlns:a16="http://schemas.microsoft.com/office/drawing/2014/main" id="{8A51B8F5-D0A7-4B7F-B4B4-942E4667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736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90" name="조직-n-3b01aefc">
            <a:extLst xmlns:a="http://schemas.openxmlformats.org/drawingml/2006/main">
              <a:ext uri="{FF2B5EF4-FFF2-40B4-BE49-F238E27FC236}">
                <a16:creationId xmlns:a16="http://schemas.microsoft.com/office/drawing/2014/main" id="{393A7F21-D411-42ED-A1F6-20C926C0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646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인공지능정부실 (가)</a:t>
            </a:r>
          </a:p>
        </p:txBody>
      </p:sp>
      <p:sp>
        <p:nvSpPr>
          <p:cNvPr id="91" name="조직-n-dbbbe3ff">
            <a:extLst xmlns:a="http://schemas.openxmlformats.org/drawingml/2006/main">
              <a:ext uri="{FF2B5EF4-FFF2-40B4-BE49-F238E27FC236}">
                <a16:creationId xmlns:a16="http://schemas.microsoft.com/office/drawing/2014/main" id="{1BECED8D-5D53-4726-99C3-4999CAD0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259" y="3114675"/>
            <a:ext cx="106039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54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인공지능정부기반국 (나)</a:t>
            </a:r>
          </a:p>
        </p:txBody>
      </p:sp>
      <p:sp>
        <p:nvSpPr>
          <p:cNvPr id="92" name="조직-n-f0e36c7f">
            <a:extLst xmlns:a="http://schemas.openxmlformats.org/drawingml/2006/main">
              <a:ext uri="{FF2B5EF4-FFF2-40B4-BE49-F238E27FC236}">
                <a16:creationId xmlns:a16="http://schemas.microsoft.com/office/drawing/2014/main" id="{10DF3656-69EE-4D25-BA72-0C27B22C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89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3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582A5735-3DAC-443A-B408-1334DA51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1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94" name="조직-n-59f1931c">
            <a:extLst xmlns:a="http://schemas.openxmlformats.org/drawingml/2006/main">
              <a:ext uri="{FF2B5EF4-FFF2-40B4-BE49-F238E27FC236}">
                <a16:creationId xmlns:a16="http://schemas.microsoft.com/office/drawing/2014/main" id="{1E303ADF-FA46-4165-9A58-DAB79A76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05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F52403D7-EAEA-45F9-99F6-0E040739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632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6" name="조직-n-5147f31c">
            <a:extLst xmlns:a="http://schemas.openxmlformats.org/drawingml/2006/main">
              <a:ext uri="{FF2B5EF4-FFF2-40B4-BE49-F238E27FC236}">
                <a16:creationId xmlns:a16="http://schemas.microsoft.com/office/drawing/2014/main" id="{1E31AE8A-647C-43E7-BB75-562488C3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21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7" name="조직-n-9c8de693">
            <a:extLst xmlns:a="http://schemas.openxmlformats.org/drawingml/2006/main">
              <a:ext uri="{FF2B5EF4-FFF2-40B4-BE49-F238E27FC236}">
                <a16:creationId xmlns:a16="http://schemas.microsoft.com/office/drawing/2014/main" id="{E41AB646-76C4-4CE9-BE14-B87BDCBB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740" y="3114675"/>
            <a:ext cx="106039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3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인공지능정부서비스국</a:t>
            </a:r>
          </a:p>
        </p:txBody>
      </p:sp>
      <p:sp>
        <p:nvSpPr>
          <p:cNvPr id="98" name="조직-n-3589572c">
            <a:extLst xmlns:a="http://schemas.openxmlformats.org/drawingml/2006/main">
              <a:ext uri="{FF2B5EF4-FFF2-40B4-BE49-F238E27FC236}">
                <a16:creationId xmlns:a16="http://schemas.microsoft.com/office/drawing/2014/main" id="{0518562A-94DF-49A5-A900-E205C81C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37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9" name="조직-n-dd4a13a6">
            <a:extLst xmlns:a="http://schemas.openxmlformats.org/drawingml/2006/main">
              <a:ext uri="{FF2B5EF4-FFF2-40B4-BE49-F238E27FC236}">
                <a16:creationId xmlns:a16="http://schemas.microsoft.com/office/drawing/2014/main" id="{6E00476C-AA7B-4171-85E3-BC59FD13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53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맞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48488A1F-1850-4D1D-97AB-38A45AE0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113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1" name="조직-n-39927ce9">
            <a:extLst xmlns:a="http://schemas.openxmlformats.org/drawingml/2006/main">
              <a:ext uri="{FF2B5EF4-FFF2-40B4-BE49-F238E27FC236}">
                <a16:creationId xmlns:a16="http://schemas.microsoft.com/office/drawing/2014/main" id="{F4B5CC36-6DAA-416D-8826-50C13019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9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2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59BD0C86-AC16-4DB6-98BD-D2C31F40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74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3" name="조직-n-6865ad99">
            <a:extLst xmlns:a="http://schemas.openxmlformats.org/drawingml/2006/main">
              <a:ext uri="{FF2B5EF4-FFF2-40B4-BE49-F238E27FC236}">
                <a16:creationId xmlns:a16="http://schemas.microsoft.com/office/drawing/2014/main" id="{9B9FE127-2C6D-4EEC-BDE0-098F2737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313" y="3114675"/>
            <a:ext cx="123253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인공지능정부정책국</a:t>
            </a:r>
          </a:p>
        </p:txBody>
      </p:sp>
      <p:sp>
        <p:nvSpPr>
          <p:cNvPr id="104" name="조직-n-f63a1572">
            <a:extLst xmlns:a="http://schemas.openxmlformats.org/drawingml/2006/main">
              <a:ext uri="{FF2B5EF4-FFF2-40B4-BE49-F238E27FC236}">
                <a16:creationId xmlns:a16="http://schemas.microsoft.com/office/drawing/2014/main" id="{1D2CF6A5-7B08-460B-B959-CEEA39D2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85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5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FD890F82-B524-473F-AABE-E064DA68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434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6" name="조직-n-281552e5">
            <a:extLst xmlns:a="http://schemas.openxmlformats.org/drawingml/2006/main">
              <a:ext uri="{FF2B5EF4-FFF2-40B4-BE49-F238E27FC236}">
                <a16:creationId xmlns:a16="http://schemas.microsoft.com/office/drawing/2014/main" id="{34A1594D-6B4B-410B-A579-3EE1037B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02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7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5A735B51-0143-4735-ABBB-C9C10196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595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8" name="조직-n-08413606">
            <a:extLst xmlns:a="http://schemas.openxmlformats.org/drawingml/2006/main">
              <a:ext uri="{FF2B5EF4-FFF2-40B4-BE49-F238E27FC236}">
                <a16:creationId xmlns:a16="http://schemas.microsoft.com/office/drawing/2014/main" id="{256CBBBC-4B46-4D49-82B0-AC57A113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18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조직-n-f76368b6">
            <a:extLst xmlns:a="http://schemas.openxmlformats.org/drawingml/2006/main">
              <a:ext uri="{FF2B5EF4-FFF2-40B4-BE49-F238E27FC236}">
                <a16:creationId xmlns:a16="http://schemas.microsoft.com/office/drawing/2014/main" id="{C9B4A1A9-12F2-43BD-9857-FE523E4A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4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2F801FF1-4860-4A43-B9CD-EBA1236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916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11" name="조직-n-8a1b177a">
            <a:extLst xmlns:a="http://schemas.openxmlformats.org/drawingml/2006/main">
              <a:ext uri="{FF2B5EF4-FFF2-40B4-BE49-F238E27FC236}">
                <a16:creationId xmlns:a16="http://schemas.microsoft.com/office/drawing/2014/main" id="{6918F8AE-A012-4E3E-A4CD-DE9B4992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250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FEB765-D82A-4BF5-A8D1-E1A73C7D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3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08B17448-60B5-470D-B784-CF1C0B33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D7BCBE-4E32-42B3-8E89-0B340006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15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D26CA50E-5006-4ABF-9C49-68434E9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16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BEFEA51E-B320-4E8C-A368-057A3FAF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9EE45379-0CBC-48B2-9B76-6FF79473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18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14F78F6D-AB09-4E92-AC5A-70154C67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119" name="쪽번호">
            <a:extLst xmlns:a="http://schemas.openxmlformats.org/drawingml/2006/main">
              <a:ext uri="{FF2B5EF4-FFF2-40B4-BE49-F238E27FC236}">
                <a16:creationId xmlns:a16="http://schemas.microsoft.com/office/drawing/2014/main" id="{232748EF-C95E-4C1A-A4E7-15FEBF8C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840616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기관명">
            <a:extLst xmlns:a="http://schemas.openxmlformats.org/drawingml/2006/main">
              <a:ext uri="{FF2B5EF4-FFF2-40B4-BE49-F238E27FC236}">
                <a16:creationId xmlns:a16="http://schemas.microsoft.com/office/drawing/2014/main" id="{90D80613-88A7-4F49-AB0E-990C1029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3053A509-1C6F-4A12-8D6A-3C2F149D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DD122383-FA9D-4E0B-BBBE-E466221B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7824C8-C078-4607-84B6-B4A4B96D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52E950-028C-49E4-B28F-0917D691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7BCD7D-189F-4E0C-BDF3-C6B9C59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7385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A4133A-C774-40DC-B40E-0B0DB348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1BEC21-09C4-452E-BF7A-63CC90C5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B4A9F42-9FA4-4AE4-BADD-6DA849C4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19E350-C32C-4ADE-A967-60D723F2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AF2715-28E1-473F-B7AC-63B3961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3B2EA5-DE9B-445C-B69F-5CF64687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2237994"/>
            <a:ext cx="18692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0D89CDA-9686-4913-9EB1-1A98619A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C10EF4-EB56-4699-A70F-1C227D16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C9F60A-D107-4A04-B837-29F6FE8C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2237994"/>
            <a:ext cx="40501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3D10F7-611D-4183-8D07-A4A22E11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774CCB-591E-48C9-8D6D-C033FAFB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C31A38-E0D9-45DF-B784-E23C7EB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9521102-815F-491C-9DBE-CC2FB15A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FA3A58-9D27-4AC7-BAF0-FB6922BA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15ACFD-97D4-4A7C-8BC9-6245DA17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42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0C6C65-92C6-4B54-8BDD-EE925CAE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4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9326E5-36B6-4D43-BB68-81BA1891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979423-89A5-48DB-BF85-7AB00F3C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127CDF-6D3E-4690-9847-995398B3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93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25671D-27D0-4A90-9E71-3F6EDDD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07EE6A-5398-4B6D-9BCA-87535B42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647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7DA98B-ADC4-4CED-8760-FF32C633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64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87ABD4-6F13-4E1D-B60D-CA6B24AB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EC7FE5-7AB4-4065-BB58-04954BC2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264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8A025E-FDC0-4F6E-BE02-E3505981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26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9DC8D54-B5B0-4347-9C64-760FC364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D5286F-6D83-4E13-AD33-46377CE5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FC50ED-A28B-400B-AA12-9C11D754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45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97F5E83-554B-4D50-AACF-0BE2B95F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467B38-4F77-4033-865E-689BB17B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297359-B69F-4A37-8290-482D1A28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527B8E-7CDF-4095-A0C8-7E028583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4228719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07637F-6B69-4755-962E-7F281481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5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99A396-7384-4387-AFD7-5D7BD6DE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C8D76D-CC40-4546-BFB7-30CA16F5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168" y="4228719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B4C4D8-7812-475F-8B86-6341794C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16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80148C-1969-4981-8233-B1085050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B3B17A-549B-4FFF-B7C5-D0901A6A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B27E2F-884E-412A-AAE3-52145484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B9945A-7811-4EEC-80E6-6B87A965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D1D50AE-BC46-4B48-A6E3-BF0D1325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036904-7C51-4390-A534-C0A86718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8BA78D-834E-417D-B689-FF0E9D90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9F153C-A148-43F9-A119-5C597A61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85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2218A8-BA1C-42A2-8261-C84A63D2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8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9EADCF-F943-434D-AD5A-F87CCD3B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B7AB47-6FD1-4471-A1F9-7F1ACA11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CDAA23-5FB8-45B6-8663-6B45EBB7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07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0FFFEC7-A2D1-4BF6-B3A3-4E2CF0CC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853750-65C3-4249-BDF4-67EACD7C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98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50AB89-7B15-4673-8D39-8BA2093F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9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11DD41-E5FF-4326-B13E-89135A48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16F919-0F8F-4136-A4BD-949F512B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8DC1F3-2742-4FCF-9162-9A880A9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A698E05-FE73-4636-87C9-D8A09CD7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BD18247-B169-4821-B62E-16E4C88B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6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-n-d69fbf30">
            <a:extLst xmlns:a="http://schemas.openxmlformats.org/drawingml/2006/main">
              <a:ext uri="{FF2B5EF4-FFF2-40B4-BE49-F238E27FC236}">
                <a16:creationId xmlns:a16="http://schemas.microsoft.com/office/drawing/2014/main" id="{7E5651FB-0E2E-4DB3-AA8A-B3DD07AA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078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자치혁신실 (가)(평)</a:t>
            </a:r>
          </a:p>
        </p:txBody>
      </p:sp>
      <p:sp>
        <p:nvSpPr>
          <p:cNvPr id="64" name="조직-n-085788f1">
            <a:extLst xmlns:a="http://schemas.openxmlformats.org/drawingml/2006/main">
              <a:ext uri="{FF2B5EF4-FFF2-40B4-BE49-F238E27FC236}">
                <a16:creationId xmlns:a16="http://schemas.microsoft.com/office/drawing/2014/main" id="{B74ABAFC-E4C4-4B96-883D-61AE7B52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56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균형발전국 (나)(평)</a:t>
            </a:r>
          </a:p>
        </p:txBody>
      </p:sp>
      <p:sp>
        <p:nvSpPr>
          <p:cNvPr id="65" name="조직-n-6e94f846">
            <a:extLst xmlns:a="http://schemas.openxmlformats.org/drawingml/2006/main">
              <a:ext uri="{FF2B5EF4-FFF2-40B4-BE49-F238E27FC236}">
                <a16:creationId xmlns:a16="http://schemas.microsoft.com/office/drawing/2014/main" id="{C5A20E4E-652F-4D09-955F-732FE169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9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6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40FA5AF6-C218-4BDF-B2BF-8EA5F4DA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73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7" name="조직-n-ea4a891f">
            <a:extLst xmlns:a="http://schemas.openxmlformats.org/drawingml/2006/main">
              <a:ext uri="{FF2B5EF4-FFF2-40B4-BE49-F238E27FC236}">
                <a16:creationId xmlns:a16="http://schemas.microsoft.com/office/drawing/2014/main" id="{D2D9962C-06A5-4448-8573-F08BD6E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9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68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A2BB0CBF-8EB0-44A3-970B-CF676A35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69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9" name="조직-n-cd80e079">
            <a:extLst xmlns:a="http://schemas.openxmlformats.org/drawingml/2006/main">
              <a:ext uri="{FF2B5EF4-FFF2-40B4-BE49-F238E27FC236}">
                <a16:creationId xmlns:a16="http://schemas.microsoft.com/office/drawing/2014/main" id="{39E9D06C-6552-4329-BDE3-43A7D9D5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28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54EC26B7-CB9A-4FF7-A067-02BA2866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864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1" name="조직-n-75b035fb">
            <a:extLst xmlns:a="http://schemas.openxmlformats.org/drawingml/2006/main">
              <a:ext uri="{FF2B5EF4-FFF2-40B4-BE49-F238E27FC236}">
                <a16:creationId xmlns:a16="http://schemas.microsoft.com/office/drawing/2014/main" id="{B03A7D26-CC1E-4709-A640-18927DB2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976" y="3114675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사회연대경제국 (평)</a:t>
            </a:r>
          </a:p>
        </p:txBody>
      </p:sp>
      <p:sp>
        <p:nvSpPr>
          <p:cNvPr id="72" name="조직-n-daefe4e9">
            <a:extLst xmlns:a="http://schemas.openxmlformats.org/drawingml/2006/main">
              <a:ext uri="{FF2B5EF4-FFF2-40B4-BE49-F238E27FC236}">
                <a16:creationId xmlns:a16="http://schemas.microsoft.com/office/drawing/2014/main" id="{D190F7B8-B15B-4AA0-8BF6-560AD8D6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38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3" name="조직-n-ef67ba78">
            <a:extLst xmlns:a="http://schemas.openxmlformats.org/drawingml/2006/main">
              <a:ext uri="{FF2B5EF4-FFF2-40B4-BE49-F238E27FC236}">
                <a16:creationId xmlns:a16="http://schemas.microsoft.com/office/drawing/2014/main" id="{AC1F7F06-C9DB-421B-8D5D-6575B8AB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8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4" name="조직-n-09dd31e8">
            <a:extLst xmlns:a="http://schemas.openxmlformats.org/drawingml/2006/main">
              <a:ext uri="{FF2B5EF4-FFF2-40B4-BE49-F238E27FC236}">
                <a16:creationId xmlns:a16="http://schemas.microsoft.com/office/drawing/2014/main" id="{FDF476A2-A6B7-47B3-BFEA-A6334DBA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57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5" name="조직-n-985f8dab">
            <a:extLst xmlns:a="http://schemas.openxmlformats.org/drawingml/2006/main">
              <a:ext uri="{FF2B5EF4-FFF2-40B4-BE49-F238E27FC236}">
                <a16:creationId xmlns:a16="http://schemas.microsoft.com/office/drawing/2014/main" id="{5F2E5CE0-0D7B-4CCB-BA96-0021861F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67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CB634742-7E58-4C7F-8933-107B514C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247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7" name="조직-n-b3447630">
            <a:extLst xmlns:a="http://schemas.openxmlformats.org/drawingml/2006/main">
              <a:ext uri="{FF2B5EF4-FFF2-40B4-BE49-F238E27FC236}">
                <a16:creationId xmlns:a16="http://schemas.microsoft.com/office/drawing/2014/main" id="{C6A610AA-E288-4F31-A850-A6023A98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722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자치분권국</a:t>
            </a:r>
          </a:p>
        </p:txBody>
      </p:sp>
      <p:sp>
        <p:nvSpPr>
          <p:cNvPr id="78" name="조직-n-b4243bbc">
            <a:extLst xmlns:a="http://schemas.openxmlformats.org/drawingml/2006/main">
              <a:ext uri="{FF2B5EF4-FFF2-40B4-BE49-F238E27FC236}">
                <a16:creationId xmlns:a16="http://schemas.microsoft.com/office/drawing/2014/main" id="{C6F71E2E-C824-4403-AD64-42220CD0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76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9" name="조직-n-77080c0b">
            <a:extLst xmlns:a="http://schemas.openxmlformats.org/drawingml/2006/main">
              <a:ext uri="{FF2B5EF4-FFF2-40B4-BE49-F238E27FC236}">
                <a16:creationId xmlns:a16="http://schemas.microsoft.com/office/drawing/2014/main" id="{2D9040D8-2A78-422A-960D-89255E3B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86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85F0EBF2-F998-4DFD-813F-E7F5DB78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439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81" name="조직-n-607b9e2b">
            <a:extLst xmlns:a="http://schemas.openxmlformats.org/drawingml/2006/main">
              <a:ext uri="{FF2B5EF4-FFF2-40B4-BE49-F238E27FC236}">
                <a16:creationId xmlns:a16="http://schemas.microsoft.com/office/drawing/2014/main" id="{9FA5DC93-9D88-4DE1-BEC0-763F7625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95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2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4D1A1A74-3BB1-4849-9B75-01580789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534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83" name="조직-n-cdd7cf98">
            <a:extLst xmlns:a="http://schemas.openxmlformats.org/drawingml/2006/main">
              <a:ext uri="{FF2B5EF4-FFF2-40B4-BE49-F238E27FC236}">
                <a16:creationId xmlns:a16="http://schemas.microsoft.com/office/drawing/2014/main" id="{3C7143A4-F278-4B81-83F2-C83A74BA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4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F2488408-C86D-4B54-94D0-16E29BCA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630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5" name="조직-n-a4601606">
            <a:extLst xmlns:a="http://schemas.openxmlformats.org/drawingml/2006/main">
              <a:ext uri="{FF2B5EF4-FFF2-40B4-BE49-F238E27FC236}">
                <a16:creationId xmlns:a16="http://schemas.microsoft.com/office/drawing/2014/main" id="{7A8D20F6-C5A9-41EC-8316-957AED02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5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6CB75847-79E1-416B-972D-BD0338E9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26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87" name="조직-n-3f6bb173">
            <a:extLst xmlns:a="http://schemas.openxmlformats.org/drawingml/2006/main">
              <a:ext uri="{FF2B5EF4-FFF2-40B4-BE49-F238E27FC236}">
                <a16:creationId xmlns:a16="http://schemas.microsoft.com/office/drawing/2014/main" id="{3A182385-BC17-46D9-8C87-9B3FB5DD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653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지방행정국 (평)</a:t>
            </a:r>
          </a:p>
        </p:txBody>
      </p:sp>
      <p:sp>
        <p:nvSpPr>
          <p:cNvPr id="88" name="조직-n-8937104d">
            <a:extLst xmlns:a="http://schemas.openxmlformats.org/drawingml/2006/main">
              <a:ext uri="{FF2B5EF4-FFF2-40B4-BE49-F238E27FC236}">
                <a16:creationId xmlns:a16="http://schemas.microsoft.com/office/drawing/2014/main" id="{86F5CEA4-969C-405D-AE13-3FA03A8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24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9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3D2E6D6A-4E1B-4730-92EC-5F499A24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822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90" name="조직-n-36440dc7">
            <a:extLst xmlns:a="http://schemas.openxmlformats.org/drawingml/2006/main">
              <a:ext uri="{FF2B5EF4-FFF2-40B4-BE49-F238E27FC236}">
                <a16:creationId xmlns:a16="http://schemas.microsoft.com/office/drawing/2014/main" id="{352CF1DD-4B5B-4F13-A149-58EEE604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34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1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96428640-6C6D-42E3-8E51-A8CCC208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9917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92" name="조직-n-2b6e495d">
            <a:extLst xmlns:a="http://schemas.openxmlformats.org/drawingml/2006/main">
              <a:ext uri="{FF2B5EF4-FFF2-40B4-BE49-F238E27FC236}">
                <a16:creationId xmlns:a16="http://schemas.microsoft.com/office/drawing/2014/main" id="{6769C125-17DF-4A88-A2F5-47A2A958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43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3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C655C465-7A69-448A-8688-8B9513ED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013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94" name="조직-n-4585f5bb">
            <a:extLst xmlns:a="http://schemas.openxmlformats.org/drawingml/2006/main">
              <a:ext uri="{FF2B5EF4-FFF2-40B4-BE49-F238E27FC236}">
                <a16:creationId xmlns:a16="http://schemas.microsoft.com/office/drawing/2014/main" id="{F44091CF-7BF9-4B42-BFF4-C3124512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53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8C04B0B7-D9BB-4DF0-8C09-A3322D7B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109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9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D266F4-FE26-4194-9B4B-F106444E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97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903A8D19-0774-46D4-8EEB-B1A0D47A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9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97765F-B533-42F4-908F-59A0E88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99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1BB7AE4D-62A2-45FE-8F03-8144D6FF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00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CFED4203-62C7-47A3-AD91-4047E5B5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39081273-21AE-48F4-9758-9F6DCF2F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02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50163BCF-8501-4C00-A26F-D1EC396A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103" name="쪽번호">
            <a:extLst xmlns:a="http://schemas.openxmlformats.org/drawingml/2006/main">
              <a:ext uri="{FF2B5EF4-FFF2-40B4-BE49-F238E27FC236}">
                <a16:creationId xmlns:a16="http://schemas.microsoft.com/office/drawing/2014/main" id="{27656F27-ADF5-4693-A7A2-93B0B604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215856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기관명">
            <a:extLst xmlns:a="http://schemas.openxmlformats.org/drawingml/2006/main">
              <a:ext uri="{FF2B5EF4-FFF2-40B4-BE49-F238E27FC236}">
                <a16:creationId xmlns:a16="http://schemas.microsoft.com/office/drawing/2014/main" id="{6F9EE85B-0D01-499D-87E7-7C2D2F7B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6AFA7211-8E17-407F-99B8-E0049122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(3)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D8CA0D79-5ED0-4CE9-877A-443062C6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1DF224-9878-4055-8DC3-A719D303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7EE65D-8CE1-4747-A913-E44A6E93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6CFAE3-A818-4126-85FF-3DDC4940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919478"/>
            <a:ext cx="20988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25F249-CB60-4F84-8CF4-65D76618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0F12DA-9D26-436C-ACF9-174FEBCF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8580DE-7536-47F4-BE93-E2A3849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1919478"/>
            <a:ext cx="28859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6589DCA-C2C9-4F74-B75C-25186E2F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C849DBE-3A8B-40CB-A4F6-57B9123C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D8174F-2F54-4CC7-BFB5-0574A5F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3246628"/>
            <a:ext cx="18364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61651A-37B4-45B8-8637-549B3445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AE14B8-ED18-40D0-9548-56A0DD28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602E5C-D34A-4C4F-977A-AB187FF8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324662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F255F2-E246-4183-94DE-3FF99710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3643BE-B4D3-4771-BF6E-5A8B9086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9CDDCC-C7EC-4D16-8C6D-C92DFE53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3246628"/>
            <a:ext cx="20988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E31599-8F5A-4E85-B8DD-2F9E971F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93BF0A5-5B40-424E-865F-061D7C32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53A5F4-4174-47A9-9DEE-33DD0019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3246628"/>
            <a:ext cx="13117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981CA3-266C-40AA-AF57-0C0BE728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74CB00-0947-4B82-A3B6-E3A718AD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289542-AA9F-4D21-92D5-5B3165F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324662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07939A-122F-4F9D-A8A1-B6E4D8B5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2C93AF-1BF8-40C7-AAF8-E82A21A1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5F1739A-ED7D-4733-9904-BD9A8F80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57377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3C5B8E-9BE3-466C-82A7-E6AA69B0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1BD78D-D1AF-4394-9E9F-39AD3CA0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16E8E9-2853-4DBE-B68F-B5A425A7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57377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CDF82D-C1CC-415E-9A6A-6F7F4400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17AC0B-E91E-4AB1-8C30-80BDCB25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E91298-08DB-451B-8D03-4F93AFA1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57377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857CB6E-EF42-404C-8AA5-71DDB9F7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428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8B63C2-874B-41A3-ACCE-DAD08BEF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5FF1E3-E7D7-4EAF-B06B-81AFED2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57377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F872D2-8E09-4E19-8F8D-7B447181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140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E36101-DE7C-48B3-ABB9-D2A5A546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B05C05E-95D4-45BD-8A73-35A11256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57377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DA5BC3-B138-45EE-B456-F6649E9A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E865713-3376-4388-9716-7ADA416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E6A31C-BDFF-476D-B510-D5B201E7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457377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F20040-E2A7-4FEA-965A-630FE92F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EE8C90-0EAC-4FD0-AD9D-D92F6052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F205AB-25BE-4253-85E6-36D220E7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57377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140E2B-D3AD-4875-BCE2-44094090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277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4973180-8037-40A3-9965-D618E2CB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E1BF0C-8C4A-4624-A0E5-4CFBFF86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852" y="457377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FD7903-7507-45F2-B87E-EF10E55F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852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B51CD8-65BE-43EB-9A8F-6BEE1C8D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5604D9-EB6D-4CD3-B080-584F7447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5F04C4-D9DC-4075-93BA-E3883746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12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AAC2D9-561A-4402-90E4-696FDA35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46776F9-9B51-4EDB-91AF-72566724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1479C5-8189-430A-B4B6-A4C6BC36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CEABAD-9F01-43FC-B965-B29C6DCC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EFAC0A-5092-40FF-8099-47F0ED46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33D4ABB-C5C3-4B34-A658-D7B54589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B9210C-A1C0-4861-90AA-DB628229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C5A2017-2D9B-46AA-B7B6-BA7B5BA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2D27B5-0605-452C-BDE9-F0EC01D4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FD4879-9BB4-4CC8-A7CE-7367D7F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A1FC74-DF5F-44B3-9A84-E4A32D9A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C4C1E8-9C33-4210-9EE4-D8528C50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042D67-7600-476A-AD31-A166BCF2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2748B0-A203-4683-B0D5-AD3FB884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2C641F-DDF2-44CB-A703-253BB52D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DD7724-765F-4D3A-A398-66678CBE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47262B-8484-40E9-B622-61E0668D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C2E2E7-BFA8-4252-AB7E-67CE317B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573778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D55E6B8-BEC8-4D57-9A1A-CA1A729F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BAF3C7-F541-4899-950B-51B415BA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99B940-3F7C-4D3D-92DA-AD1E62FB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FBACB5-C24A-40D7-A5E9-73E0FECC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D1CB0B-C74D-4778-9C6B-ABC8866A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D7226C-F6FE-42FE-9069-0C728DA2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25732C-9906-4E94-A417-10072954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8F2EA3-25C5-4B9D-A866-76E9EE9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573778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CBB83F1-A375-4380-A7A3-40247AB8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155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-n-ab808015">
            <a:extLst xmlns:a="http://schemas.openxmlformats.org/drawingml/2006/main">
              <a:ext uri="{FF2B5EF4-FFF2-40B4-BE49-F238E27FC236}">
                <a16:creationId xmlns:a16="http://schemas.microsoft.com/office/drawing/2014/main" id="{36B103A9-A315-4E31-BA60-2C3BC3E4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356" y="1123950"/>
            <a:ext cx="118872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재난안전관리본부</a:t>
            </a:r>
          </a:p>
        </p:txBody>
      </p:sp>
      <p:sp>
        <p:nvSpPr>
          <p:cNvPr id="81" name="조직-n-8d4ffac3">
            <a:extLst xmlns:a="http://schemas.openxmlformats.org/drawingml/2006/main">
              <a:ext uri="{FF2B5EF4-FFF2-40B4-BE49-F238E27FC236}">
                <a16:creationId xmlns:a16="http://schemas.microsoft.com/office/drawing/2014/main" id="{73F33B48-6FA2-4817-99E1-9B41C9A9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161" y="24511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사회재난실 (가)</a:t>
            </a:r>
          </a:p>
        </p:txBody>
      </p:sp>
      <p:sp>
        <p:nvSpPr>
          <p:cNvPr id="82" name="조직-n-2043df15">
            <a:extLst xmlns:a="http://schemas.openxmlformats.org/drawingml/2006/main">
              <a:ext uri="{FF2B5EF4-FFF2-40B4-BE49-F238E27FC236}">
                <a16:creationId xmlns:a16="http://schemas.microsoft.com/office/drawing/2014/main" id="{FA247EAA-2DC6-47E2-95F7-274E81EE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78" y="37782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사회재난대응국 (나)</a:t>
            </a:r>
          </a:p>
        </p:txBody>
      </p:sp>
      <p:sp>
        <p:nvSpPr>
          <p:cNvPr id="83" name="조직-n-9bd2a080">
            <a:extLst xmlns:a="http://schemas.openxmlformats.org/drawingml/2006/main">
              <a:ext uri="{FF2B5EF4-FFF2-40B4-BE49-F238E27FC236}">
                <a16:creationId xmlns:a16="http://schemas.microsoft.com/office/drawing/2014/main" id="{A0A91190-7819-4597-9023-F4C7E8A7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0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4" name="조직-n-a61bf3cf">
            <a:extLst xmlns:a="http://schemas.openxmlformats.org/drawingml/2006/main">
              <a:ext uri="{FF2B5EF4-FFF2-40B4-BE49-F238E27FC236}">
                <a16:creationId xmlns:a16="http://schemas.microsoft.com/office/drawing/2014/main" id="{92FDAEFA-85BD-44CC-AA38-F77F597A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1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5" name="조직-n-f69b9a82">
            <a:extLst xmlns:a="http://schemas.openxmlformats.org/drawingml/2006/main">
              <a:ext uri="{FF2B5EF4-FFF2-40B4-BE49-F238E27FC236}">
                <a16:creationId xmlns:a16="http://schemas.microsoft.com/office/drawing/2014/main" id="{EDDF650C-63CC-47C8-A890-FFB32353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33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6" name="조직-n-7f304e7d">
            <a:extLst xmlns:a="http://schemas.openxmlformats.org/drawingml/2006/main">
              <a:ext uri="{FF2B5EF4-FFF2-40B4-BE49-F238E27FC236}">
                <a16:creationId xmlns:a16="http://schemas.microsoft.com/office/drawing/2014/main" id="{D9089569-1880-49D5-89EA-A5F664A1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4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7" name="조직-n-25ad5fbb">
            <a:extLst xmlns:a="http://schemas.openxmlformats.org/drawingml/2006/main">
              <a:ext uri="{FF2B5EF4-FFF2-40B4-BE49-F238E27FC236}">
                <a16:creationId xmlns:a16="http://schemas.microsoft.com/office/drawing/2014/main" id="{410213C5-B158-4E45-BA10-F7CE59F9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8" name="조직-n-b369e556">
            <a:extLst xmlns:a="http://schemas.openxmlformats.org/drawingml/2006/main">
              <a:ext uri="{FF2B5EF4-FFF2-40B4-BE49-F238E27FC236}">
                <a16:creationId xmlns:a16="http://schemas.microsoft.com/office/drawing/2014/main" id="{AC5C3D9C-A43B-4258-9FBC-C94BF6FC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127" y="37782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사회재난정책국</a:t>
            </a:r>
          </a:p>
        </p:txBody>
      </p:sp>
      <p:sp>
        <p:nvSpPr>
          <p:cNvPr id="89" name="조직-n-24690439">
            <a:extLst xmlns:a="http://schemas.openxmlformats.org/drawingml/2006/main">
              <a:ext uri="{FF2B5EF4-FFF2-40B4-BE49-F238E27FC236}">
                <a16:creationId xmlns:a16="http://schemas.microsoft.com/office/drawing/2014/main" id="{5DF8803E-4924-4CED-ABE7-0E8D5E5A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46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0" name="조직-n-db050cd7">
            <a:extLst xmlns:a="http://schemas.openxmlformats.org/drawingml/2006/main">
              <a:ext uri="{FF2B5EF4-FFF2-40B4-BE49-F238E27FC236}">
                <a16:creationId xmlns:a16="http://schemas.microsoft.com/office/drawing/2014/main" id="{0FAD826F-D7A7-486D-ABD4-5950AE8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17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1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12A61D15-185F-4624-B0B5-F4D1F577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754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92" name="조직-n-6bdfac3b">
            <a:extLst xmlns:a="http://schemas.openxmlformats.org/drawingml/2006/main">
              <a:ext uri="{FF2B5EF4-FFF2-40B4-BE49-F238E27FC236}">
                <a16:creationId xmlns:a16="http://schemas.microsoft.com/office/drawing/2014/main" id="{07C44C85-A550-46B7-947B-1859A670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9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3" name="조직-n-f9ff3078">
            <a:extLst xmlns:a="http://schemas.openxmlformats.org/drawingml/2006/main">
              <a:ext uri="{FF2B5EF4-FFF2-40B4-BE49-F238E27FC236}">
                <a16:creationId xmlns:a16="http://schemas.microsoft.com/office/drawing/2014/main" id="{97F93B42-730D-42FA-8F72-331A826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112" y="245110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안전예방정책실 (가)</a:t>
            </a:r>
          </a:p>
        </p:txBody>
      </p:sp>
      <p:sp>
        <p:nvSpPr>
          <p:cNvPr id="94" name="조직-n-503ea92a">
            <a:extLst xmlns:a="http://schemas.openxmlformats.org/drawingml/2006/main">
              <a:ext uri="{FF2B5EF4-FFF2-40B4-BE49-F238E27FC236}">
                <a16:creationId xmlns:a16="http://schemas.microsoft.com/office/drawing/2014/main" id="{D40B3E79-39D4-45A2-A68C-F1452819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434" y="37782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안전정책국</a:t>
            </a:r>
          </a:p>
        </p:txBody>
      </p:sp>
      <p:sp>
        <p:nvSpPr>
          <p:cNvPr id="95" name="조직-n-1da5b4f3">
            <a:extLst xmlns:a="http://schemas.openxmlformats.org/drawingml/2006/main">
              <a:ext uri="{FF2B5EF4-FFF2-40B4-BE49-F238E27FC236}">
                <a16:creationId xmlns:a16="http://schemas.microsoft.com/office/drawing/2014/main" id="{25999FA6-031E-4E2E-BDB7-A5F9B2D8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60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BB722A6D-AE3A-4F79-8661-DC151D6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179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7" name="조직-n-149aad92">
            <a:extLst xmlns:a="http://schemas.openxmlformats.org/drawingml/2006/main">
              <a:ext uri="{FF2B5EF4-FFF2-40B4-BE49-F238E27FC236}">
                <a16:creationId xmlns:a16="http://schemas.microsoft.com/office/drawing/2014/main" id="{DEA1676C-99FE-460C-9F48-EC6C56C0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1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8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E5CBB55D-7258-49E5-854F-7ECD1F0D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891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9" name="조직-n-a7c59e62">
            <a:extLst xmlns:a="http://schemas.openxmlformats.org/drawingml/2006/main">
              <a:ext uri="{FF2B5EF4-FFF2-40B4-BE49-F238E27FC236}">
                <a16:creationId xmlns:a16="http://schemas.microsoft.com/office/drawing/2014/main" id="{F78F77BC-9A28-4171-B484-E4135F96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02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D55CD44E-E729-4C34-A9B3-FFF96AA0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603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1" name="조직-n-742e403b">
            <a:extLst xmlns:a="http://schemas.openxmlformats.org/drawingml/2006/main">
              <a:ext uri="{FF2B5EF4-FFF2-40B4-BE49-F238E27FC236}">
                <a16:creationId xmlns:a16="http://schemas.microsoft.com/office/drawing/2014/main" id="{364CC769-E310-410D-82B5-B5726731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74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2" name="조직-n-caadb19f">
            <a:extLst xmlns:a="http://schemas.openxmlformats.org/drawingml/2006/main">
              <a:ext uri="{FF2B5EF4-FFF2-40B4-BE49-F238E27FC236}">
                <a16:creationId xmlns:a16="http://schemas.microsoft.com/office/drawing/2014/main" id="{6C4CC9BA-F980-4C6B-AA91-E21F43B4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283" y="37782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예방정책국</a:t>
            </a:r>
          </a:p>
        </p:txBody>
      </p:sp>
      <p:sp>
        <p:nvSpPr>
          <p:cNvPr id="103" name="조직-n-d3b5d8fd">
            <a:extLst xmlns:a="http://schemas.openxmlformats.org/drawingml/2006/main">
              <a:ext uri="{FF2B5EF4-FFF2-40B4-BE49-F238E27FC236}">
                <a16:creationId xmlns:a16="http://schemas.microsoft.com/office/drawing/2014/main" id="{5620DD2E-4DBF-499E-85D0-42D5BE23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5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4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BE5EC17E-0BD0-4F9D-9CCD-14CD5707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027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05" name="조직-n-23823413">
            <a:extLst xmlns:a="http://schemas.openxmlformats.org/drawingml/2006/main">
              <a:ext uri="{FF2B5EF4-FFF2-40B4-BE49-F238E27FC236}">
                <a16:creationId xmlns:a16="http://schemas.microsoft.com/office/drawing/2014/main" id="{6214D848-87DC-434E-9340-645E518B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16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90C3B918-DE81-46DF-A477-CD4CDFF9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740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07" name="조직-n-69b3d052">
            <a:extLst xmlns:a="http://schemas.openxmlformats.org/drawingml/2006/main">
              <a:ext uri="{FF2B5EF4-FFF2-40B4-BE49-F238E27FC236}">
                <a16:creationId xmlns:a16="http://schemas.microsoft.com/office/drawing/2014/main" id="{1C2794C2-C3E7-4362-9D9A-E4DE2207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87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8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F71A6038-32F5-4725-BC7B-921A327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452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9" name="조직-n-460a5ad6">
            <a:extLst xmlns:a="http://schemas.openxmlformats.org/drawingml/2006/main">
              <a:ext uri="{FF2B5EF4-FFF2-40B4-BE49-F238E27FC236}">
                <a16:creationId xmlns:a16="http://schemas.microsoft.com/office/drawing/2014/main" id="{BEDB9462-750B-46A9-81CF-60945801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58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386E6971-739D-41AF-A6EC-6C299D33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164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1" name="조직-n-469b1f20">
            <a:extLst xmlns:a="http://schemas.openxmlformats.org/drawingml/2006/main">
              <a:ext uri="{FF2B5EF4-FFF2-40B4-BE49-F238E27FC236}">
                <a16:creationId xmlns:a16="http://schemas.microsoft.com/office/drawing/2014/main" id="{940A4C23-F37C-4B8C-B828-CBAFB670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500" y="3778250"/>
            <a:ext cx="1227827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재난안전정보통신국 (나)</a:t>
            </a:r>
          </a:p>
        </p:txBody>
      </p:sp>
      <p:sp>
        <p:nvSpPr>
          <p:cNvPr id="112" name="조직-n-e4a3cd61">
            <a:extLst xmlns:a="http://schemas.openxmlformats.org/drawingml/2006/main">
              <a:ext uri="{FF2B5EF4-FFF2-40B4-BE49-F238E27FC236}">
                <a16:creationId xmlns:a16="http://schemas.microsoft.com/office/drawing/2014/main" id="{FD9CFF7D-48B3-4894-AEC8-89E59C42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30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3" name="조직-n-cce554ad">
            <a:extLst xmlns:a="http://schemas.openxmlformats.org/drawingml/2006/main">
              <a:ext uri="{FF2B5EF4-FFF2-40B4-BE49-F238E27FC236}">
                <a16:creationId xmlns:a16="http://schemas.microsoft.com/office/drawing/2014/main" id="{2C1D2F48-7ECD-4814-BBAB-F6562A89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01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4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A34975BF-E729-49E7-9C43-E027A7E1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588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5" name="조직-n-0465a897">
            <a:extLst xmlns:a="http://schemas.openxmlformats.org/drawingml/2006/main">
              <a:ext uri="{FF2B5EF4-FFF2-40B4-BE49-F238E27FC236}">
                <a16:creationId xmlns:a16="http://schemas.microsoft.com/office/drawing/2014/main" id="{B78AC5FD-29AC-4AB8-94FD-599D4642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72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D9AFF0-F667-4183-8A84-51EE261E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7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0F0048B4-6AB4-4B65-91AB-368E1D99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39CBC8-BC2C-478B-A5EA-372E3D79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19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C8D295B4-8698-4F0C-B088-B97FE223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20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75D03E36-94A0-4124-84AC-59E4BD6E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AA57FA40-0F59-4CAF-BCBA-2D467FDB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22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87EE91BB-D34D-4664-87A7-0EC73B78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123" name="쪽번호">
            <a:extLst xmlns:a="http://schemas.openxmlformats.org/drawingml/2006/main">
              <a:ext uri="{FF2B5EF4-FFF2-40B4-BE49-F238E27FC236}">
                <a16:creationId xmlns:a16="http://schemas.microsoft.com/office/drawing/2014/main" id="{0C88DD22-FB51-44C4-9385-1EABB572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240415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기관명">
            <a:extLst xmlns:a="http://schemas.openxmlformats.org/drawingml/2006/main">
              <a:ext uri="{FF2B5EF4-FFF2-40B4-BE49-F238E27FC236}">
                <a16:creationId xmlns:a16="http://schemas.microsoft.com/office/drawing/2014/main" id="{AA79AEF4-DB6D-43E8-A2F9-F39043A9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88AC2098-1AC8-48E7-B1EA-81968E36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(4)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CDDF1ACA-F049-43F2-AD06-46484059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48B06A-15E0-4954-9990-60E114E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713A13-30D6-46CA-A4BE-B3F9B418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16A40C-ABCA-4E94-BA42-29AD4417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1919478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63796C-DC40-44F4-A9D2-DE1D36A9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9683FE-E260-44A6-A0CD-745B3706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585A95-DAE8-4A37-8217-F801BEB9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919478"/>
            <a:ext cx="28758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A9CB85-CC75-4FFA-B28C-B1470AE1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542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D93B66-2599-4006-B450-2199DFD4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71503A-48C7-48B5-9379-140D5D29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1919478"/>
            <a:ext cx="3067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D185CF2-1E4E-44BC-B122-0322F8C6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82CA61D-4BB5-44E7-90BD-3F220C48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50F680-BA2A-431C-9F95-6250ECC5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919478"/>
            <a:ext cx="4026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D883AE-340E-405F-8F90-A99C7B1B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8973C5F-74E2-43FC-AC30-4C72224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8ACCD7-7CB4-4D2D-913F-C3913558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919478"/>
            <a:ext cx="1342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9700DA-DAA0-4503-B791-73503A9D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13A453-3DE4-4A8A-9987-4B9B0D4B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3E65CC-CD36-436E-BB1E-06A7D1E9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3246628"/>
            <a:ext cx="9586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E2E376-9AC3-4C2F-B85E-F0B4D297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6D2CF98-A9CF-40B9-A626-5E515C95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95B0AC-626B-47CF-98C8-8457F417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3246628"/>
            <a:ext cx="9586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8141C1-5617-4E0E-BF80-978B64FE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8B13520-818B-4B16-8833-D7EC3F8F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9C4ACF-7863-462F-82D9-9708A94A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90D80C-2181-495E-88DD-58AF6AE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F880C7D-6B7A-4CB3-B8F6-61BADBC8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07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D32BFC-7066-48EE-8BD3-C612132D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07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A631E24-E16E-4889-AF0C-61A127BE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9EF453-FA6D-4547-8B0B-5086C986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8A656ED-3E72-485A-9A54-6B463A87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0BACBF-EEAF-47B1-85F6-AD4CC15C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440EB9-29E5-460A-9E6B-D1A9CA93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57377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4BBDCE-A6FD-40C6-AFF4-9E23EEB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9EF00D-AE19-44AE-97F3-255AE3BE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CD8EA70-87C3-4BB4-BF1E-F48DAB58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749BE4-5845-422C-A4A4-0E003D48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1E1A1C2-B360-4524-B351-D2DEC678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57377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FE4728-7CD5-472D-91F4-30D2314F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64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477D6C-A598-4B34-A931-81FB47F6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29571D-934A-424B-A86C-328E726F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457377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37DBA2-1AD5-4F28-AE82-6D3CF9E6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AD360F-E12B-4D51-B9E5-72B378FC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6660EE-D85D-4A97-BBCC-BE229931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57377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EE6789-04DA-4151-87AC-1287B84D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20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2DCC0C3-C602-47C3-B3E5-16CC1C66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7748E8-BB93-4360-A82D-6B1FD8A1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942C55-BF1F-41B8-83B0-225B239A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EEF2A1-1FA9-4291-B903-7ADC9FD3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2" y="457377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073A33-9D00-45AE-B6EC-E80D8851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2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1F922A-D5BC-4633-B3E8-DFF90591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E80A6B-40CC-4F26-B1E2-82317111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457377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68C9F71-BBAA-457F-9B6F-507435DF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43A423-EC7E-489F-9187-F24DCDCD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D828441-A1B0-43C4-9EC6-E7777070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57377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03D666-BD2E-4042-AFBE-15E96E22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00C3F1-3B36-4009-83C4-06D9B07C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C09A01-E6C4-4C2F-8D20-D38B6D44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57377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F51053-9717-43E3-B91F-CC4DE1C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02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E006AE-7B06-4E87-98C7-B20324AF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5A0A73-1DCF-4962-94DE-C8959BCF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D0C95C-825F-42D1-8CF6-B7E15F86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8AFE493-C3B8-4E80-9E8D-A3152EE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084F87-0488-4F9A-B894-304C97E3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BE291A3-9B9A-400D-97AD-9025EA1D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31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E2E6E52-76C5-4D22-902B-BCC02EFD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BBF4321-396E-4FBE-A213-D476869B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B93F7B-91D4-4958-A7B2-B699DAD7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760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F04B3E-9659-4082-ABB3-BDFBA257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E446BE-9FC7-45DC-BAB5-6D7CFFC4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FD7CD6-6723-4621-91DB-AAC1B683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E01917-3652-40D6-8E2E-7DC1373F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429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5A83A6B-D986-4D7A-B81C-14C1D44B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42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8CA67A-35D8-4A27-AF53-A9BF0943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CF6C3B-8126-4923-AB3A-F9A9E018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246628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D832E6-E2B6-401A-9757-E8EEB70E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909F08-6C6D-436B-B354-9B66F394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0E26B53-0C26-4530-B75C-816E5903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25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F17B1D5-0350-4611-A79F-99B48AAA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25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5078B8-9021-44D5-9C5E-9DC73429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DAB024-B95F-47D3-8178-D0E8B5D0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3209ABD-0575-40F2-9A70-D3B68B48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8C89BF8-9488-4CF7-A624-32781AEE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CB967B-46CC-49DA-8381-9C89250E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36481D-11F9-4CC4-BBA4-C30EA17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016669-4C90-4EDD-B06F-CDEAD7AF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881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0E369D-EAB0-41A3-ACD9-39C83DB2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881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8E9AB73-C9E2-40AF-B133-5A2E04B6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C7B4640-6C7D-4F45-894D-22A1F648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BCEF60-7CF8-4BED-A89E-A35FAF6B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7F9AD8A-1A95-4127-B69D-7A21A452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9F2D30-931C-4E8E-87B2-6D587329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A5EBB6-AEBC-46A1-B4A1-2AF302AB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6" name="조직-n-ab808015">
            <a:extLst xmlns:a="http://schemas.openxmlformats.org/drawingml/2006/main">
              <a:ext uri="{FF2B5EF4-FFF2-40B4-BE49-F238E27FC236}">
                <a16:creationId xmlns:a16="http://schemas.microsoft.com/office/drawing/2014/main" id="{F3F3B12F-05A8-4819-AD71-75CBDB79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356" y="1123950"/>
            <a:ext cx="118872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재난안전관리본부</a:t>
            </a:r>
          </a:p>
        </p:txBody>
      </p:sp>
      <p:sp>
        <p:nvSpPr>
          <p:cNvPr id="97" name="조직-n-e97da9fb">
            <a:extLst xmlns:a="http://schemas.openxmlformats.org/drawingml/2006/main">
              <a:ext uri="{FF2B5EF4-FFF2-40B4-BE49-F238E27FC236}">
                <a16:creationId xmlns:a16="http://schemas.microsoft.com/office/drawing/2014/main" id="{17AA74D0-455F-4B69-83E3-7324B340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30" y="24511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자연재난실 (가)</a:t>
            </a:r>
          </a:p>
        </p:txBody>
      </p:sp>
      <p:sp>
        <p:nvSpPr>
          <p:cNvPr id="98" name="조직-n-00dc76fd">
            <a:extLst xmlns:a="http://schemas.openxmlformats.org/drawingml/2006/main">
              <a:ext uri="{FF2B5EF4-FFF2-40B4-BE49-F238E27FC236}">
                <a16:creationId xmlns:a16="http://schemas.microsoft.com/office/drawing/2014/main" id="{384D9744-7394-45FB-96C8-5034BE9E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06" y="37782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자연재난대응국 (나)</a:t>
            </a:r>
          </a:p>
        </p:txBody>
      </p:sp>
      <p:sp>
        <p:nvSpPr>
          <p:cNvPr id="99" name="조직-n-8fdbc51a">
            <a:extLst xmlns:a="http://schemas.openxmlformats.org/drawingml/2006/main">
              <a:ext uri="{FF2B5EF4-FFF2-40B4-BE49-F238E27FC236}">
                <a16:creationId xmlns:a16="http://schemas.microsoft.com/office/drawing/2014/main" id="{0A1DE7EA-E107-4713-86F8-19DCF1F7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67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f6dfd5ac">
            <a:extLst xmlns:a="http://schemas.openxmlformats.org/drawingml/2006/main">
              <a:ext uri="{FF2B5EF4-FFF2-40B4-BE49-F238E27FC236}">
                <a16:creationId xmlns:a16="http://schemas.microsoft.com/office/drawing/2014/main" id="{8A9BEAA1-5821-498D-BCE1-C93F2470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10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1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FCF64CC6-4556-4F1E-9FAF-9CEDD1FC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90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102" name="조직-n-ca60f6fd">
            <a:extLst xmlns:a="http://schemas.openxmlformats.org/drawingml/2006/main">
              <a:ext uri="{FF2B5EF4-FFF2-40B4-BE49-F238E27FC236}">
                <a16:creationId xmlns:a16="http://schemas.microsoft.com/office/drawing/2014/main" id="{5FB61B4A-4CF2-4A22-87AB-38A6C14F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5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3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9018A264-58A0-42E0-B7B2-75FEA827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34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4" name="조직-n-e532799c">
            <a:extLst xmlns:a="http://schemas.openxmlformats.org/drawingml/2006/main">
              <a:ext uri="{FF2B5EF4-FFF2-40B4-BE49-F238E27FC236}">
                <a16:creationId xmlns:a16="http://schemas.microsoft.com/office/drawing/2014/main" id="{3147A197-CAE1-473D-8D2E-F67C41C3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97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5" name="조직-n-b64a7f02">
            <a:extLst xmlns:a="http://schemas.openxmlformats.org/drawingml/2006/main">
              <a:ext uri="{FF2B5EF4-FFF2-40B4-BE49-F238E27FC236}">
                <a16:creationId xmlns:a16="http://schemas.microsoft.com/office/drawing/2014/main" id="{8B007167-2695-4308-B47D-E771AE1B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24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F6FF833A-ABE0-4CD9-9550-0B6CCB46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621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7" name="조직-n-2095d1da">
            <a:extLst xmlns:a="http://schemas.openxmlformats.org/drawingml/2006/main">
              <a:ext uri="{FF2B5EF4-FFF2-40B4-BE49-F238E27FC236}">
                <a16:creationId xmlns:a16="http://schemas.microsoft.com/office/drawing/2014/main" id="{4D64B29F-F855-452D-ACD9-E575B11F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324" y="37782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재난관리정책국</a:t>
            </a:r>
          </a:p>
        </p:txBody>
      </p:sp>
      <p:sp>
        <p:nvSpPr>
          <p:cNvPr id="108" name="조직-n-80765863">
            <a:extLst xmlns:a="http://schemas.openxmlformats.org/drawingml/2006/main">
              <a:ext uri="{FF2B5EF4-FFF2-40B4-BE49-F238E27FC236}">
                <a16:creationId xmlns:a16="http://schemas.microsoft.com/office/drawing/2014/main" id="{DC9D2B6E-C33D-4A99-8391-031892E7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68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조직-n-919683bd">
            <a:extLst xmlns:a="http://schemas.openxmlformats.org/drawingml/2006/main">
              <a:ext uri="{FF2B5EF4-FFF2-40B4-BE49-F238E27FC236}">
                <a16:creationId xmlns:a16="http://schemas.microsoft.com/office/drawing/2014/main" id="{D0D62F5D-0FE8-4C5B-9939-38314E7D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12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8A67DD27-3415-4AB3-955B-DA4D4FE9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8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11" name="조직-n-7a0340d2">
            <a:extLst xmlns:a="http://schemas.openxmlformats.org/drawingml/2006/main">
              <a:ext uri="{FF2B5EF4-FFF2-40B4-BE49-F238E27FC236}">
                <a16:creationId xmlns:a16="http://schemas.microsoft.com/office/drawing/2014/main" id="{92BA0354-D34E-4070-9634-ED36C864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57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2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CEC883BC-D547-4A12-8120-789AB803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951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3" name="조직-n-3c945d04">
            <a:extLst xmlns:a="http://schemas.openxmlformats.org/drawingml/2006/main">
              <a:ext uri="{FF2B5EF4-FFF2-40B4-BE49-F238E27FC236}">
                <a16:creationId xmlns:a16="http://schemas.microsoft.com/office/drawing/2014/main" id="{E934DE15-6FC9-423B-BD28-2164D243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015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4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BFA2B513-AF97-486C-B9D6-A78521F6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395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15" name="조직-n-ff8fb2f7">
            <a:extLst xmlns:a="http://schemas.openxmlformats.org/drawingml/2006/main">
              <a:ext uri="{FF2B5EF4-FFF2-40B4-BE49-F238E27FC236}">
                <a16:creationId xmlns:a16="http://schemas.microsoft.com/office/drawing/2014/main" id="{4AB72A19-46A1-4355-96E0-CE15783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45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1A310073-A808-4034-95F0-A92B27D6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839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7" name="조직-n-0b25260b">
            <a:extLst xmlns:a="http://schemas.openxmlformats.org/drawingml/2006/main">
              <a:ext uri="{FF2B5EF4-FFF2-40B4-BE49-F238E27FC236}">
                <a16:creationId xmlns:a16="http://schemas.microsoft.com/office/drawing/2014/main" id="{1D7683B7-5EE9-4351-A2BA-A01F468A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22" y="2451100"/>
            <a:ext cx="897258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중앙재난안전상황실 (나)</a:t>
            </a:r>
          </a:p>
        </p:txBody>
      </p:sp>
      <p:sp>
        <p:nvSpPr>
          <p:cNvPr id="118" name="조직-n-0894f3a8">
            <a:extLst xmlns:a="http://schemas.openxmlformats.org/drawingml/2006/main">
              <a:ext uri="{FF2B5EF4-FFF2-40B4-BE49-F238E27FC236}">
                <a16:creationId xmlns:a16="http://schemas.microsoft.com/office/drawing/2014/main" id="{A4C6D7E9-2735-415C-A8DF-86627AD2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902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9" name="조직-n-ac290c07">
            <a:extLst xmlns:a="http://schemas.openxmlformats.org/drawingml/2006/main">
              <a:ext uri="{FF2B5EF4-FFF2-40B4-BE49-F238E27FC236}">
                <a16:creationId xmlns:a16="http://schemas.microsoft.com/office/drawing/2014/main" id="{5C46384B-9AC0-4A9F-9D4F-73044068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345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20" name="조직-n-4921ffd7">
            <a:extLst xmlns:a="http://schemas.openxmlformats.org/drawingml/2006/main">
              <a:ext uri="{FF2B5EF4-FFF2-40B4-BE49-F238E27FC236}">
                <a16:creationId xmlns:a16="http://schemas.microsoft.com/office/drawing/2014/main" id="{23CC55D4-8DD3-4763-B7C8-9EBE917D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789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121" name="조직-n-e038b6d7">
            <a:extLst xmlns:a="http://schemas.openxmlformats.org/drawingml/2006/main">
              <a:ext uri="{FF2B5EF4-FFF2-40B4-BE49-F238E27FC236}">
                <a16:creationId xmlns:a16="http://schemas.microsoft.com/office/drawing/2014/main" id="{C003A35E-9FC4-484B-BB88-D6D4BBC3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316" y="245110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비상대비정책국 (나)</a:t>
            </a:r>
          </a:p>
        </p:txBody>
      </p:sp>
      <p:sp>
        <p:nvSpPr>
          <p:cNvPr id="122" name="조직-n-200d0e46">
            <a:extLst xmlns:a="http://schemas.openxmlformats.org/drawingml/2006/main">
              <a:ext uri="{FF2B5EF4-FFF2-40B4-BE49-F238E27FC236}">
                <a16:creationId xmlns:a16="http://schemas.microsoft.com/office/drawing/2014/main" id="{669C67AD-2DFB-409F-95C3-BA62B5B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232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3" name="조직-n-c6a54dde">
            <a:extLst xmlns:a="http://schemas.openxmlformats.org/drawingml/2006/main">
              <a:ext uri="{FF2B5EF4-FFF2-40B4-BE49-F238E27FC236}">
                <a16:creationId xmlns:a16="http://schemas.microsoft.com/office/drawing/2014/main" id="{44F847CA-28B3-414B-BB95-5B36DA97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676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4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301F2411-C164-4203-B912-17671B82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056" y="505460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5" name="조직-n-5a29e4d7">
            <a:extLst xmlns:a="http://schemas.openxmlformats.org/drawingml/2006/main">
              <a:ext uri="{FF2B5EF4-FFF2-40B4-BE49-F238E27FC236}">
                <a16:creationId xmlns:a16="http://schemas.microsoft.com/office/drawing/2014/main" id="{62557BA2-A5EE-4CD6-A935-7AEF3D48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119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3E891FE1-7236-47D4-8CC8-5B406507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00" y="505460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7" name="조직-n-1ed21d1a">
            <a:extLst xmlns:a="http://schemas.openxmlformats.org/drawingml/2006/main">
              <a:ext uri="{FF2B5EF4-FFF2-40B4-BE49-F238E27FC236}">
                <a16:creationId xmlns:a16="http://schemas.microsoft.com/office/drawing/2014/main" id="{D4971A31-C782-42BB-A72B-2D4638B1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563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8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587BC477-FB26-4BC5-A275-9806B55B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943" y="505460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9" name="조직-n-b51e800a">
            <a:extLst xmlns:a="http://schemas.openxmlformats.org/drawingml/2006/main">
              <a:ext uri="{FF2B5EF4-FFF2-40B4-BE49-F238E27FC236}">
                <a16:creationId xmlns:a16="http://schemas.microsoft.com/office/drawing/2014/main" id="{B95136CF-2093-429F-BB01-F4E6F0AD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07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0" name="조직-n-46c528a3">
            <a:extLst xmlns:a="http://schemas.openxmlformats.org/drawingml/2006/main">
              <a:ext uri="{FF2B5EF4-FFF2-40B4-BE49-F238E27FC236}">
                <a16:creationId xmlns:a16="http://schemas.microsoft.com/office/drawing/2014/main" id="{F2E3D66E-779D-4CAB-BD2D-5EFC5AD6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450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1" name="조직-n-8ffdc6e8">
            <a:extLst xmlns:a="http://schemas.openxmlformats.org/drawingml/2006/main">
              <a:ext uri="{FF2B5EF4-FFF2-40B4-BE49-F238E27FC236}">
                <a16:creationId xmlns:a16="http://schemas.microsoft.com/office/drawing/2014/main" id="{B4E0EC75-43D6-46B8-BE59-1A4FB37F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894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132" name="조직-n-85416396">
            <a:extLst xmlns:a="http://schemas.openxmlformats.org/drawingml/2006/main">
              <a:ext uri="{FF2B5EF4-FFF2-40B4-BE49-F238E27FC236}">
                <a16:creationId xmlns:a16="http://schemas.microsoft.com/office/drawing/2014/main" id="{71AE2810-E4EC-4C12-BE66-445FF870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337" y="24511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33" name="조직-n-3d7e72bb">
            <a:extLst xmlns:a="http://schemas.openxmlformats.org/drawingml/2006/main">
              <a:ext uri="{FF2B5EF4-FFF2-40B4-BE49-F238E27FC236}">
                <a16:creationId xmlns:a16="http://schemas.microsoft.com/office/drawing/2014/main" id="{0ED5B96B-EDFE-4E20-93C7-5B9E38BF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420" y="245110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재난복구지원국 (나)</a:t>
            </a:r>
          </a:p>
        </p:txBody>
      </p:sp>
      <p:sp>
        <p:nvSpPr>
          <p:cNvPr id="134" name="조직-n-b1497f88">
            <a:extLst xmlns:a="http://schemas.openxmlformats.org/drawingml/2006/main">
              <a:ext uri="{FF2B5EF4-FFF2-40B4-BE49-F238E27FC236}">
                <a16:creationId xmlns:a16="http://schemas.microsoft.com/office/drawing/2014/main" id="{244C344C-19AA-4BF0-AD0C-C704FBB9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781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5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988F1A9D-4C59-4199-A729-E8D774DD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161" y="505460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36" name="조직-n-3e868242">
            <a:extLst xmlns:a="http://schemas.openxmlformats.org/drawingml/2006/main">
              <a:ext uri="{FF2B5EF4-FFF2-40B4-BE49-F238E27FC236}">
                <a16:creationId xmlns:a16="http://schemas.microsoft.com/office/drawing/2014/main" id="{F4FF3FE7-C8E1-446B-9868-2B154581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224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7" name="조직-n-e958a67e">
            <a:extLst xmlns:a="http://schemas.openxmlformats.org/drawingml/2006/main">
              <a:ext uri="{FF2B5EF4-FFF2-40B4-BE49-F238E27FC236}">
                <a16:creationId xmlns:a16="http://schemas.microsoft.com/office/drawing/2014/main" id="{4A50AA5E-E89D-4CB1-B5C9-BA183CB4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68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8" name="조직-n-190d763f">
            <a:extLst xmlns:a="http://schemas.openxmlformats.org/drawingml/2006/main">
              <a:ext uri="{FF2B5EF4-FFF2-40B4-BE49-F238E27FC236}">
                <a16:creationId xmlns:a16="http://schemas.microsoft.com/office/drawing/2014/main" id="{B0B520DD-131B-4F3C-8480-84EAD318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111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9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CD73D653-602C-4026-AD94-40A91D16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491" y="505460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0" name="조직-n-71f73197">
            <a:extLst xmlns:a="http://schemas.openxmlformats.org/drawingml/2006/main">
              <a:ext uri="{FF2B5EF4-FFF2-40B4-BE49-F238E27FC236}">
                <a16:creationId xmlns:a16="http://schemas.microsoft.com/office/drawing/2014/main" id="{0A2341CB-3AF6-46A5-89F9-8EE20912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555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41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B9B790EE-0C25-4533-8DA8-78959C0D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935" y="505460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FC5D998-70B4-4F7E-BA27-374AB50E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43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A275DC13-E116-4E8B-AC7B-BAC4054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28D8B6-4E86-4180-8DDE-8E87C8F7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45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DB36EA68-4122-4B2A-B145-AA292D12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46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FAF15BD2-5F68-4F6E-8F86-04A75C52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7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A0E0052E-97C4-4DE7-8D13-D8882BED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48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04F2A960-3B56-4CC3-8BCD-A93860A5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149" name="쪽번호">
            <a:extLst xmlns:a="http://schemas.openxmlformats.org/drawingml/2006/main">
              <a:ext uri="{FF2B5EF4-FFF2-40B4-BE49-F238E27FC236}">
                <a16:creationId xmlns:a16="http://schemas.microsoft.com/office/drawing/2014/main" id="{E0D15792-E924-4258-A75B-C616060E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1368229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기관명">
            <a:extLst xmlns:a="http://schemas.openxmlformats.org/drawingml/2006/main">
              <a:ext uri="{FF2B5EF4-FFF2-40B4-BE49-F238E27FC236}">
                <a16:creationId xmlns:a16="http://schemas.microsoft.com/office/drawing/2014/main" id="{9FE8F1E4-0446-4907-A57F-32F69533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985F9FA6-D432-433C-83BD-ED2CDCBA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(5)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C80D117B-1FA7-49B4-9398-39F467CD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CB5C19-0527-4C8A-9A45-2A7967E5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64DA5E-89DC-427A-BED8-65CA4ECC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2BA43B-C831-417E-A37B-03AA14C5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5AD852-60A9-41D7-B2AD-17C396B6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1CE72B-6C69-4EEF-B971-1C829D9B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5103BFC-FCED-43A1-8433-7E00D8AA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2237994"/>
            <a:ext cx="18907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B8196F6-D939-4708-968B-1B17CB17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CDD7E8D-9D73-4F3D-B8E5-1E507A1A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A31A91-5832-4EFF-8691-4E18547E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2237994"/>
            <a:ext cx="1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571D8F-6469-47FE-B78B-11B446C0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481F9C-1282-4204-AAB7-3931B21F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8E0AA07-3BFC-44B7-849F-EC7E1D93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2237994"/>
            <a:ext cx="24064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75B3E3-C215-45A2-A38A-5D374D9C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33A52E-8F17-4BC8-940B-8721F7D6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93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60A02C-B8BC-4BD3-B20A-4505CD1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935" y="2237994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6509896-86A9-454B-8D3D-D1D63862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82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217BDCF-1EB9-426A-A68F-418E9527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93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61FCD5-E360-4397-8E49-6B1C8B37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047" y="2237994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A490A3-A47F-4DF0-AD89-1CA1869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04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F714E8-67E9-4B14-B948-29C1290F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38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863F07-DC39-4866-A377-7573E8C4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93" y="2237994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571E2B-5622-4AE0-9E76-24B0682B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9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B5F1A7-FC71-471D-9EAD-35AEAF6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38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E8703A-DCB3-4AA0-94FC-406E5FC5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381" y="2237994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D39C76-CF93-4B8B-9876-F5A68E0C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27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5B43E3-F726-4E79-A3D5-05A0868A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3E43496-BEF2-49E8-B4F0-B8967613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73794C-1F8F-4D06-9F87-EA92C6A8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BB93F4-5040-46EE-8C3F-89D4CD61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4228719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DA95B86-7E7E-4432-8C47-85D67F38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C75427B-D315-432E-A714-BE335B4F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8565CC-9799-4661-9FE5-D1D0F657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723" y="4228719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11CA89-5B00-42D6-8DD8-8E193AA9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72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2E3548-5FE0-46B5-AEC0-B42EEF3A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EEE6CC-3975-4492-945F-ECD147DB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4228719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6AECB4-253E-4A98-A1C7-90EFA586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05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23FE40-D59D-410D-8759-47BC97FD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A83832-6F24-48E6-A73D-0D195F8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946" y="4228719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E66132-2A21-4690-97AE-B443497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94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C769E3-A6E3-44BD-BA3A-A55A569F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642EDE-3C47-4F77-8884-1A988848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15" y="4228719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C58401-D5BD-47B0-8E7D-851C3B4D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1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D9BE91-7930-4DCF-8C7C-51E402F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E0E629-FFED-4EA7-BF7D-9E16001F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38" y="4228719"/>
            <a:ext cx="5156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FE1409-E04E-40C2-91E7-ABE3389E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C568F0-FA27-4640-82FC-B63E3277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51FC74-8CC3-4FBF-B869-906A50E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4228719"/>
            <a:ext cx="5156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A9222D-27F7-45D5-80A2-54D6CAAF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6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99115E-4F84-4F47-A85F-7379CE92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62377D-45C3-4924-AD5E-806916D3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4228719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67518A-C77D-45AA-9AD3-DA27E8BF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39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4CBF15-B7DF-4B48-A30E-9C0E5099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F24567-488E-4251-9CAB-10F91A38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4228719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52836B-A616-4E6B-BE47-C995673F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93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7CDF93-EE3D-4BA6-9701-8A9CC42A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BD0A71-C4B6-4C56-8F0D-49F4858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831" y="4228719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1AD5D7-FBE7-469D-AA97-914159BE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83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9A6948-A609-4BEA-9953-79C533A6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36A42F-2103-44DB-8218-15E588B8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4228719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81471D-8AD0-49E2-9E32-18448543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6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86D2E0-A5B2-4FBF-BDB0-A6529E5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845C85C-23A3-449B-994D-58690435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B534ED-A913-455D-99F6-7344D954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99A6DE-53E1-4286-91B7-9DA3772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608" y="4228719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B3510A-05CC-411F-94C0-5B243DC6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60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7628DF3-8B13-47D0-8383-AA35C13C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9FC283D-E095-4536-81C8-C69E7A9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2237994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42B750-D0EC-4B9C-801B-C02C39AE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59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7D8C8E8-B7CC-4251-84FF-BBD5B577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708A7B3-52C7-4CCA-8415-A03F167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4485" y="2237994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E68CBD8-DE7F-400E-85A4-EB3AFFA1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448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14D76B-18E5-4560-9748-8ABE6EEA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BED617-4B35-4EB4-A11C-1E1C7DF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7CAD97A-8F34-4514-96E8-BCB07AB6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8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880B519-48A6-499F-A565-DF62293B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050C20-D0F1-41FA-9DCA-24B6A421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262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51CE3A-F9BA-41D1-9AF5-4E70F46B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26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E16281-1030-4812-812C-F2655E86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496E45-B325-4B62-A4BA-F236B705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CEF72C-4A58-45E3-9FB8-EE72FF7E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D938F4-7B5F-4AD8-BF17-4C90F00A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D482512-F897-4CE0-A1C5-69037F1E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93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EBFC08-804A-4ED1-8073-99B29275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32E95A-CE10-4878-9A94-0D48763F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2237994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2C8D90-EDD0-4C60-AF62-225431B3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70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8415FD9-9030-488F-8DF4-5E13CFF5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62BE51-F5C5-4F3F-BA43-4CFEFDCB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601" y="2237994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43C894-F169-48EC-ABE3-99764177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60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9C57CF-E4B6-4DFB-993E-FE5D4E45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DAC4C7-FF27-4E40-A087-36483718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378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F718BA-6122-4B24-975E-169F5E53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37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72DDBE-DADB-4C9C-B8DF-74878433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8ECDF69-E04F-4EC9-B854-7838E457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7" name="조직-n-faacece0">
            <a:extLst xmlns:a="http://schemas.openxmlformats.org/drawingml/2006/main">
              <a:ext uri="{FF2B5EF4-FFF2-40B4-BE49-F238E27FC236}">
                <a16:creationId xmlns:a16="http://schemas.microsoft.com/office/drawing/2014/main" id="{03CEB573-20BB-4561-A8A0-F196C4D8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25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47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지방재정경제실 (가)(평)</a:t>
            </a:r>
          </a:p>
        </p:txBody>
      </p:sp>
      <p:sp>
        <p:nvSpPr>
          <p:cNvPr id="98" name="조직-n-6a837ce1">
            <a:extLst xmlns:a="http://schemas.openxmlformats.org/drawingml/2006/main">
              <a:ext uri="{FF2B5EF4-FFF2-40B4-BE49-F238E27FC236}">
                <a16:creationId xmlns:a16="http://schemas.microsoft.com/office/drawing/2014/main" id="{79C79DE4-BE09-49C5-A207-6AE9DA5C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66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지방세제국</a:t>
            </a:r>
          </a:p>
        </p:txBody>
      </p:sp>
      <p:sp>
        <p:nvSpPr>
          <p:cNvPr id="99" name="조직-n-2688e8ea">
            <a:extLst xmlns:a="http://schemas.openxmlformats.org/drawingml/2006/main">
              <a:ext uri="{FF2B5EF4-FFF2-40B4-BE49-F238E27FC236}">
                <a16:creationId xmlns:a16="http://schemas.microsoft.com/office/drawing/2014/main" id="{008F8A5A-F1D7-4207-B349-639BFA7D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17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E61138D6-1AD8-4626-9FA3-BBDD47EC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13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101" name="조직-n-c5f9cf50">
            <a:extLst xmlns:a="http://schemas.openxmlformats.org/drawingml/2006/main">
              <a:ext uri="{FF2B5EF4-FFF2-40B4-BE49-F238E27FC236}">
                <a16:creationId xmlns:a16="http://schemas.microsoft.com/office/drawing/2014/main" id="{AF19368B-5228-464F-9D90-A2A7BFF9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94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2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DA446618-6439-4E60-B521-4C1A6F5B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90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03" name="조직-n-a3e499f1">
            <a:extLst xmlns:a="http://schemas.openxmlformats.org/drawingml/2006/main">
              <a:ext uri="{FF2B5EF4-FFF2-40B4-BE49-F238E27FC236}">
                <a16:creationId xmlns:a16="http://schemas.microsoft.com/office/drawing/2014/main" id="{327A2C3A-83F4-4221-8761-8C447144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70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4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E487486D-5EBB-4FE8-9D29-C9DF29C0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67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05" name="조직-n-ac4c6c4f">
            <a:extLst xmlns:a="http://schemas.openxmlformats.org/drawingml/2006/main">
              <a:ext uri="{FF2B5EF4-FFF2-40B4-BE49-F238E27FC236}">
                <a16:creationId xmlns:a16="http://schemas.microsoft.com/office/drawing/2014/main" id="{94182A13-0EAD-4144-A34D-C0BCF856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847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FC2B68BB-6B86-4145-9146-0271D046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344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107" name="조직-n-98a94640">
            <a:extLst xmlns:a="http://schemas.openxmlformats.org/drawingml/2006/main">
              <a:ext uri="{FF2B5EF4-FFF2-40B4-BE49-F238E27FC236}">
                <a16:creationId xmlns:a16="http://schemas.microsoft.com/office/drawing/2014/main" id="{632EF9D5-3A3A-4230-AD91-0F05E313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863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지방재정국 (평)</a:t>
            </a:r>
          </a:p>
        </p:txBody>
      </p:sp>
      <p:sp>
        <p:nvSpPr>
          <p:cNvPr id="108" name="조직-n-c68690b2">
            <a:extLst xmlns:a="http://schemas.openxmlformats.org/drawingml/2006/main">
              <a:ext uri="{FF2B5EF4-FFF2-40B4-BE49-F238E27FC236}">
                <a16:creationId xmlns:a16="http://schemas.microsoft.com/office/drawing/2014/main" id="{9CE6FF74-3E8F-46E5-8403-90BAEC29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24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3C47595D-8BCE-4611-9524-257A54AF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121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0" name="조직-n-b2bc5b79">
            <a:extLst xmlns:a="http://schemas.openxmlformats.org/drawingml/2006/main">
              <a:ext uri="{FF2B5EF4-FFF2-40B4-BE49-F238E27FC236}">
                <a16:creationId xmlns:a16="http://schemas.microsoft.com/office/drawing/2014/main" id="{66425F64-854A-4F5F-88A0-06C6058A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01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1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FD90B721-F4D1-4D3D-BFB6-8D3461DD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898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12" name="조직-n-9000cf7c">
            <a:extLst xmlns:a="http://schemas.openxmlformats.org/drawingml/2006/main">
              <a:ext uri="{FF2B5EF4-FFF2-40B4-BE49-F238E27FC236}">
                <a16:creationId xmlns:a16="http://schemas.microsoft.com/office/drawing/2014/main" id="{0689BED2-A451-47AA-8720-156928E6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178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3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E4B2C4A6-110A-40D8-B7E7-F9EB9491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75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14" name="조직-n-640636c0">
            <a:extLst xmlns:a="http://schemas.openxmlformats.org/drawingml/2006/main">
              <a:ext uri="{FF2B5EF4-FFF2-40B4-BE49-F238E27FC236}">
                <a16:creationId xmlns:a16="http://schemas.microsoft.com/office/drawing/2014/main" id="{CFF4CCEC-9B58-4E3E-8DAF-9D6077D4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55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5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F7FABF37-5846-4AC3-881E-AA553F2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452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16" name="조직-n-76de2322">
            <a:extLst xmlns:a="http://schemas.openxmlformats.org/drawingml/2006/main">
              <a:ext uri="{FF2B5EF4-FFF2-40B4-BE49-F238E27FC236}">
                <a16:creationId xmlns:a16="http://schemas.microsoft.com/office/drawing/2014/main" id="{0AA8D099-7D1F-4770-A02A-3A9EE62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732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7" name="조직-n-c363c4ae">
            <a:extLst xmlns:a="http://schemas.openxmlformats.org/drawingml/2006/main">
              <a:ext uri="{FF2B5EF4-FFF2-40B4-BE49-F238E27FC236}">
                <a16:creationId xmlns:a16="http://schemas.microsoft.com/office/drawing/2014/main" id="{D84313E8-2636-4962-9B76-6F3B510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748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지역경제국 (나)</a:t>
            </a:r>
          </a:p>
        </p:txBody>
      </p:sp>
      <p:sp>
        <p:nvSpPr>
          <p:cNvPr id="118" name="조직-n-8d4444a5">
            <a:extLst xmlns:a="http://schemas.openxmlformats.org/drawingml/2006/main">
              <a:ext uri="{FF2B5EF4-FFF2-40B4-BE49-F238E27FC236}">
                <a16:creationId xmlns:a16="http://schemas.microsoft.com/office/drawing/2014/main" id="{DD588AD4-7832-4324-9BA3-A55312FF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509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9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974F28AA-3F90-44FF-B064-36288A6E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006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0" name="조직-n-b992c73b">
            <a:extLst xmlns:a="http://schemas.openxmlformats.org/drawingml/2006/main">
              <a:ext uri="{FF2B5EF4-FFF2-40B4-BE49-F238E27FC236}">
                <a16:creationId xmlns:a16="http://schemas.microsoft.com/office/drawing/2014/main" id="{D9B1A9D1-996B-489D-9DB6-08C21AF6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1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0FA1B4E2-9FC4-4D29-B04C-162AD6E9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783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22" name="조직-n-6d9217b8">
            <a:extLst xmlns:a="http://schemas.openxmlformats.org/drawingml/2006/main">
              <a:ext uri="{FF2B5EF4-FFF2-40B4-BE49-F238E27FC236}">
                <a16:creationId xmlns:a16="http://schemas.microsoft.com/office/drawing/2014/main" id="{7871CDF1-4328-43D2-AD68-66B8280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063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3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439AA60B-6054-4875-8D89-EB9BBF8F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60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24" name="조직-n-46c41ed0">
            <a:extLst xmlns:a="http://schemas.openxmlformats.org/drawingml/2006/main">
              <a:ext uri="{FF2B5EF4-FFF2-40B4-BE49-F238E27FC236}">
                <a16:creationId xmlns:a16="http://schemas.microsoft.com/office/drawing/2014/main" id="{9853B428-EB4C-4D47-93A2-30F8FD58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840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5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BA17A837-8F21-4C48-AC63-9B954CA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337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26" name="조직-n-3462e391">
            <a:extLst xmlns:a="http://schemas.openxmlformats.org/drawingml/2006/main">
              <a:ext uri="{FF2B5EF4-FFF2-40B4-BE49-F238E27FC236}">
                <a16:creationId xmlns:a16="http://schemas.microsoft.com/office/drawing/2014/main" id="{F02C1600-6950-4BA3-A184-C78829DB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617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7" name="조직-n-094c858d">
            <a:extLst xmlns:a="http://schemas.openxmlformats.org/drawingml/2006/main">
              <a:ext uri="{FF2B5EF4-FFF2-40B4-BE49-F238E27FC236}">
                <a16:creationId xmlns:a16="http://schemas.microsoft.com/office/drawing/2014/main" id="{31815D7C-46F7-4635-B280-CE3AA591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394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DDF4D7"/>
          </a:solidFill>
          <a:ln xmlns:a="http://schemas.openxmlformats.org/drawingml/2006/main" w="10954">
            <a:solidFill>
              <a:srgbClr val="2F8F2F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589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8" name="조직-n-7ce28e1b">
            <a:extLst xmlns:a="http://schemas.openxmlformats.org/drawingml/2006/main">
              <a:ext uri="{FF2B5EF4-FFF2-40B4-BE49-F238E27FC236}">
                <a16:creationId xmlns:a16="http://schemas.microsoft.com/office/drawing/2014/main" id="{6D7DA80B-B5F8-4160-877A-72687006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235" y="1123950"/>
            <a:ext cx="53629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5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감사관 (나)</a:t>
            </a:r>
          </a:p>
        </p:txBody>
      </p:sp>
      <p:sp>
        <p:nvSpPr>
          <p:cNvPr id="129" name="조직-n-0b1f935e">
            <a:extLst xmlns:a="http://schemas.openxmlformats.org/drawingml/2006/main">
              <a:ext uri="{FF2B5EF4-FFF2-40B4-BE49-F238E27FC236}">
                <a16:creationId xmlns:a16="http://schemas.microsoft.com/office/drawing/2014/main" id="{243E6E1C-C836-41E2-B201-A740C42D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171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3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774ACD00-4379-42BC-BF5F-E1837BEB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668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1" name="조직-n-5137e479">
            <a:extLst xmlns:a="http://schemas.openxmlformats.org/drawingml/2006/main">
              <a:ext uri="{FF2B5EF4-FFF2-40B4-BE49-F238E27FC236}">
                <a16:creationId xmlns:a16="http://schemas.microsoft.com/office/drawing/2014/main" id="{F450A4CB-E726-40E1-A28D-DB97CA33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948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32" name="조직-n-2c157682">
            <a:extLst xmlns:a="http://schemas.openxmlformats.org/drawingml/2006/main">
              <a:ext uri="{FF2B5EF4-FFF2-40B4-BE49-F238E27FC236}">
                <a16:creationId xmlns:a16="http://schemas.microsoft.com/office/drawing/2014/main" id="{ED3129B6-0D1F-47C3-8DDF-7423C989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89" y="1123950"/>
            <a:ext cx="53629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5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의정관 (나)</a:t>
            </a:r>
          </a:p>
        </p:txBody>
      </p:sp>
      <p:sp>
        <p:nvSpPr>
          <p:cNvPr id="133" name="조직-n-e66bc4b9">
            <a:extLst xmlns:a="http://schemas.openxmlformats.org/drawingml/2006/main">
              <a:ext uri="{FF2B5EF4-FFF2-40B4-BE49-F238E27FC236}">
                <a16:creationId xmlns:a16="http://schemas.microsoft.com/office/drawing/2014/main" id="{AE3A0013-D067-4DD5-90B1-DDD71F31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725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34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277D0FBE-0383-48AE-AC03-3314FE36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222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35" name="조직-n-698a97b7">
            <a:extLst xmlns:a="http://schemas.openxmlformats.org/drawingml/2006/main">
              <a:ext uri="{FF2B5EF4-FFF2-40B4-BE49-F238E27FC236}">
                <a16:creationId xmlns:a16="http://schemas.microsoft.com/office/drawing/2014/main" id="{BDD24A4C-5464-4CA8-9A65-437480FA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502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3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6771AB06-3964-48C2-BABD-74C123CE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999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137" name="조직-n-7c34e405">
            <a:extLst xmlns:a="http://schemas.openxmlformats.org/drawingml/2006/main">
              <a:ext uri="{FF2B5EF4-FFF2-40B4-BE49-F238E27FC236}">
                <a16:creationId xmlns:a16="http://schemas.microsoft.com/office/drawing/2014/main" id="{F75D9022-C099-4612-AD98-F81CE1D1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332" y="1123950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조직국 (나)</a:t>
            </a:r>
          </a:p>
        </p:txBody>
      </p:sp>
      <p:sp>
        <p:nvSpPr>
          <p:cNvPr id="138" name="조직-n-bc4fdb59">
            <a:extLst xmlns:a="http://schemas.openxmlformats.org/drawingml/2006/main">
              <a:ext uri="{FF2B5EF4-FFF2-40B4-BE49-F238E27FC236}">
                <a16:creationId xmlns:a16="http://schemas.microsoft.com/office/drawing/2014/main" id="{14E33A53-1B26-4698-80EF-6B2C23C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279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9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31FA1722-E46D-4B61-8385-D7F78550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776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140" name="조직-n-01d062a2">
            <a:extLst xmlns:a="http://schemas.openxmlformats.org/drawingml/2006/main">
              <a:ext uri="{FF2B5EF4-FFF2-40B4-BE49-F238E27FC236}">
                <a16:creationId xmlns:a16="http://schemas.microsoft.com/office/drawing/2014/main" id="{1624BF99-D940-4EA9-BB69-2C88DD43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56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41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437B3BD4-E263-43B5-8B44-B94D0AC5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553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142" name="조직-n-f3e4dc36">
            <a:extLst xmlns:a="http://schemas.openxmlformats.org/drawingml/2006/main">
              <a:ext uri="{FF2B5EF4-FFF2-40B4-BE49-F238E27FC236}">
                <a16:creationId xmlns:a16="http://schemas.microsoft.com/office/drawing/2014/main" id="{04675028-1B2A-4387-8E0D-0FA1D343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833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43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2E20AD85-D50E-49A3-B363-F17870EF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330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144" name="조직-n-093b047f">
            <a:extLst xmlns:a="http://schemas.openxmlformats.org/drawingml/2006/main">
              <a:ext uri="{FF2B5EF4-FFF2-40B4-BE49-F238E27FC236}">
                <a16:creationId xmlns:a16="http://schemas.microsoft.com/office/drawing/2014/main" id="{48277839-6CD9-496A-924C-E8F69347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610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45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DBAAB119-D296-430F-9732-702DA42F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107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146" name="조직-n-6ea2902e">
            <a:extLst xmlns:a="http://schemas.openxmlformats.org/drawingml/2006/main">
              <a:ext uri="{FF2B5EF4-FFF2-40B4-BE49-F238E27FC236}">
                <a16:creationId xmlns:a16="http://schemas.microsoft.com/office/drawing/2014/main" id="{9730B2BC-96F6-4DC4-9145-98EDF25C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387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47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B8DB326E-0F7E-4865-B509-A4509CBA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883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48" name="조직-n-7d826907">
            <a:extLst xmlns:a="http://schemas.openxmlformats.org/drawingml/2006/main">
              <a:ext uri="{FF2B5EF4-FFF2-40B4-BE49-F238E27FC236}">
                <a16:creationId xmlns:a16="http://schemas.microsoft.com/office/drawing/2014/main" id="{7841F0A4-4D5D-4D81-8F76-A8C8146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402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참여혁신국 (평)</a:t>
            </a:r>
          </a:p>
        </p:txBody>
      </p:sp>
      <p:sp>
        <p:nvSpPr>
          <p:cNvPr id="149" name="조직-n-7b82fa16">
            <a:extLst xmlns:a="http://schemas.openxmlformats.org/drawingml/2006/main">
              <a:ext uri="{FF2B5EF4-FFF2-40B4-BE49-F238E27FC236}">
                <a16:creationId xmlns:a16="http://schemas.microsoft.com/office/drawing/2014/main" id="{49723604-895B-4200-AE92-89099C96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164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50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4B19BDA6-0AA4-41E2-A001-3429DBF5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660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51" name="조직-n-980d2acf">
            <a:extLst xmlns:a="http://schemas.openxmlformats.org/drawingml/2006/main">
              <a:ext uri="{FF2B5EF4-FFF2-40B4-BE49-F238E27FC236}">
                <a16:creationId xmlns:a16="http://schemas.microsoft.com/office/drawing/2014/main" id="{65ADBF88-8E33-4B38-A920-A66049A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940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52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237A07CC-CF09-43C1-A97B-90C93747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437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3" name="조직-n-155fa803">
            <a:extLst xmlns:a="http://schemas.openxmlformats.org/drawingml/2006/main">
              <a:ext uri="{FF2B5EF4-FFF2-40B4-BE49-F238E27FC236}">
                <a16:creationId xmlns:a16="http://schemas.microsoft.com/office/drawing/2014/main" id="{7700BB14-A95C-4581-832C-8E45F791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717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54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9B25341D-D286-4DC8-B839-19FA3918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214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55" name="조직-n-0ef7a115">
            <a:extLst xmlns:a="http://schemas.openxmlformats.org/drawingml/2006/main">
              <a:ext uri="{FF2B5EF4-FFF2-40B4-BE49-F238E27FC236}">
                <a16:creationId xmlns:a16="http://schemas.microsoft.com/office/drawing/2014/main" id="{D6C77843-4EDD-4874-8550-347E3B7D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494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56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DB2A4108-B4F4-4016-BB33-2011FE48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991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57" name="조직-n-62d522ed">
            <a:extLst xmlns:a="http://schemas.openxmlformats.org/drawingml/2006/main">
              <a:ext uri="{FF2B5EF4-FFF2-40B4-BE49-F238E27FC236}">
                <a16:creationId xmlns:a16="http://schemas.microsoft.com/office/drawing/2014/main" id="{4011F4A2-38AF-4766-8DAE-B7287A21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271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58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8568BB4D-C7A9-47BE-8CBF-CDBB57FC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768" y="4391025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0B4DF64-8984-457B-BC19-F5B5166E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60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B7D04B2A-56CE-4E54-A2A9-9F584A5E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AC19A05-4F99-42EE-A4CA-0CE2ADB1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62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CB8F80DC-4A4A-4873-8226-0F4FC709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63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B3771A84-8F5E-4E89-8A43-86202D37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4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269EEC6E-A71C-45F5-8BDF-DA1E952D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65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416B445E-01F3-4418-85EC-9D41210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166" name="쪽번호">
            <a:extLst xmlns:a="http://schemas.openxmlformats.org/drawingml/2006/main">
              <a:ext uri="{FF2B5EF4-FFF2-40B4-BE49-F238E27FC236}">
                <a16:creationId xmlns:a16="http://schemas.microsoft.com/office/drawing/2014/main" id="{84822BAC-55BC-4C90-86AB-457CEE52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430058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기관명">
            <a:extLst xmlns:a="http://schemas.openxmlformats.org/drawingml/2006/main">
              <a:ext uri="{FF2B5EF4-FFF2-40B4-BE49-F238E27FC236}">
                <a16:creationId xmlns:a16="http://schemas.microsoft.com/office/drawing/2014/main" id="{42AD85E2-FBDD-44FD-B9E0-74901652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74AF9804-DBA8-4763-9ABD-C3923261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(6)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DA4BC40D-C92B-44A6-B8C2-14680DB4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E552DA-7E0E-4840-A012-38551378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711065-DA5F-46EF-9540-2F92F56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C2F4DA1-922D-406A-A4E8-7E4490E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2237994"/>
            <a:ext cx="37385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907260-AA57-4226-8ADF-2E48594B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6AE8ADF-4F2F-49C7-8107-B27E2BBB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167EB7-7F18-44D0-BFB3-458ADDF3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CB7794-FB5C-4624-8F3D-FACF95EB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90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2AA240-EA1A-48C2-B2A4-900BB61D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70D41A-7C6C-40A1-91DE-3AB4C10A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2237994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610910-71A9-496A-BD2A-D3E5222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CD9337F-790B-4D16-A835-E10E3133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96318A-85C5-41BE-8678-15CF560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7385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7246F4-980F-41E9-BD54-A47030B5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AE26D534-1F95-40A2-B920-30251B91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893" y="1123950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(가)</a:t>
            </a:r>
          </a:p>
        </p:txBody>
      </p:sp>
      <p:sp>
        <p:nvSpPr>
          <p:cNvPr id="18" name="조직-n-f5907c1d">
            <a:extLst xmlns:a="http://schemas.openxmlformats.org/drawingml/2006/main">
              <a:ext uri="{FF2B5EF4-FFF2-40B4-BE49-F238E27FC236}">
                <a16:creationId xmlns:a16="http://schemas.microsoft.com/office/drawing/2014/main" id="{1115E20D-80F8-45BB-87E2-BE958CA7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11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부대변인</a:t>
            </a:r>
          </a:p>
        </p:txBody>
      </p:sp>
      <p:sp>
        <p:nvSpPr>
          <p:cNvPr id="19" name="조직-n-f02b3bbf">
            <a:extLst xmlns:a="http://schemas.openxmlformats.org/drawingml/2006/main">
              <a:ext uri="{FF2B5EF4-FFF2-40B4-BE49-F238E27FC236}">
                <a16:creationId xmlns:a16="http://schemas.microsoft.com/office/drawing/2014/main" id="{26828259-52E4-4F6E-98A2-4BE0516B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72" y="3114675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안전소통담당관</a:t>
            </a:r>
          </a:p>
        </p:txBody>
      </p:sp>
      <p:sp>
        <p:nvSpPr>
          <p:cNvPr id="20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85CC9D8A-08D2-4166-A407-EE13A044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70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홍보담당관</a:t>
            </a:r>
          </a:p>
        </p:txBody>
      </p:sp>
      <p:sp>
        <p:nvSpPr>
          <p:cNvPr id="21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6BCD7720-D7A8-402E-B2B0-BCDEA4C8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745" y="3114675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디지털소통팀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8AA3FA-710D-46CD-918A-5313363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23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0B922696-35BF-492F-B9D1-252D5DC2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FEE90B-0AD8-41CC-B705-7649754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25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34C614EB-9278-4CDE-BB05-FF1A0F5A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26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4D3096F5-953F-49B9-816C-8F09035A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8C4F5558-0EC6-4256-B9C9-63ADE43C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28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EF5E8FD8-0EC2-4030-8F6C-947A9404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29" name="쪽번호">
            <a:extLst xmlns:a="http://schemas.openxmlformats.org/drawingml/2006/main">
              <a:ext uri="{FF2B5EF4-FFF2-40B4-BE49-F238E27FC236}">
                <a16:creationId xmlns:a16="http://schemas.microsoft.com/office/drawing/2014/main" id="{60242BB1-0BBD-453C-A782-7892B83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2857635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기관명">
            <a:extLst xmlns:a="http://schemas.openxmlformats.org/drawingml/2006/main">
              <a:ext uri="{FF2B5EF4-FFF2-40B4-BE49-F238E27FC236}">
                <a16:creationId xmlns:a16="http://schemas.microsoft.com/office/drawing/2014/main" id="{589FE229-5032-4494-974D-F3DCA160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F997A19F-A28F-48EC-80C4-266DBE4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28BB4DFF-69B8-4FEF-B52B-DEC20297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DBFE32-222D-46E9-8C08-98172A9D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A2406F-FA0B-4033-84F0-0A777D4C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64E24A-EC56-4926-9AFA-B78B11E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2237994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8893F3-094B-4B94-8AA1-C5832941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F0FBDA-8F88-4260-96FE-1179118A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8DACC2-A12D-4062-BAFD-2257B523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2237994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B5029F-BC9D-4342-8B1A-173CF289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65A73F9-6AF8-47EC-93E0-8E5C7BA1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8A3E70-81F2-4CDA-B4E0-B40195CE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EAE334-0337-46AD-814A-EA1AEB1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C132C4-F53F-4A3F-8201-7CF0C65F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769214-ECDC-449C-A429-D9DAB30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2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ECF56B-67AD-497C-ACA7-D116F2C5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F52AF63-A90E-4F00-98EA-365EA81F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7E0725-7721-41ED-8DB3-93A200D1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8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D273DD-03B7-4DA6-AECC-F1120952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53E8ED-4F26-4BCF-A3B6-76357816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664177-8431-43D7-8BB3-FC080E5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80C1B2-1BCC-43A3-8EBC-DE1D9312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DEC0F99-48CD-4C35-B50A-80411D7E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1C7803-6C2B-41C9-9D06-E43A0192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71B3D82-7084-47F4-84C0-C97A53C2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89D6A88-40DF-4FFE-B1CD-846245A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330E29-F8AC-4CB9-8BE3-89D0749B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8A7C61-3564-4E96-83D4-89AF7831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410764-4632-46FA-91E7-D3483755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E9E78E3-3E85-45CD-8824-FA162B6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649E7E-A657-46EB-8AFF-B3832425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CB1FA9-5887-4628-A156-4145CFFA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9CE176-B587-4425-BC93-533940FD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7A9D0FB-5175-4089-B41E-225A9C8A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BF5FF1-FD5D-4446-A721-8C5CFA70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708781-399A-4FB3-8D7C-C74794E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8F1D7DF-A0CB-47D7-B472-9F362324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3F69D6-EAE0-4BD4-9C5E-206B2503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24B358-329E-4D6F-A8E2-744B307E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89EE13-119A-40B6-9CAE-5A030849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EB61748-C69A-4C3F-A7BD-76166704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64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A0D77D-17AA-47CC-9E59-09BC3519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6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2B49BE-93B4-4EC2-860E-31ADACE3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17222C-6291-44C4-A4F2-B855631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1DABBE-838D-4419-8B78-A3838182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0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B21687-F458-4F97-8CE5-3AC7985F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A16EF2-17C7-4E6B-B95D-D2DFBAC5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20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CEEFB2-3B39-46E7-BD59-A913152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2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E75BEF-F731-4FDD-A589-633BDA61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3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73BD5BF-54E5-48D0-9E28-8FB4451F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BB184E-BC26-4BA1-A6F5-E3CB123C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0D6A09-826A-48AA-BA26-C3BC5B5D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3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B0DE56-10D9-491C-934E-5D919702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37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C2573A-F8AC-4F85-A41D-FFA21F8A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314040-CEF3-4DC6-99E7-39200747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256D265-27D3-4E2C-A468-BFCF7FAA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237994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93A619-E6F2-4F18-BF2B-3F685A65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14A3B9-1222-41FA-B6D6-82BE091F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135BED-E977-49D1-8224-1E800092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2237994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0CD9427-DDBA-4992-A89A-2A252F53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1D0C45-C047-4A1D-ABC3-3773552D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88A879-6784-4ED3-9317-FE6E5B0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60A41F-9F31-46C2-B704-189C0C3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70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489142-1D17-4B3B-AE7D-D60C3734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9736422-270A-45C0-9636-5F5956EF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815AF7-32B1-444F-8731-04602B72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E51B5C-DB3E-4C93-96A0-0C487387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206654-D5A6-4843-BF94-389D8ECA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550D7C-3742-4FFD-A85F-935A5564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B23086-6EEF-40D3-9D7A-4BC7ADD9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80A01B-D6CA-4BE3-9DB3-A8A0AD65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54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72" name="조직-n-b6c3e6d3">
            <a:extLst xmlns:a="http://schemas.openxmlformats.org/drawingml/2006/main">
              <a:ext uri="{FF2B5EF4-FFF2-40B4-BE49-F238E27FC236}">
                <a16:creationId xmlns:a16="http://schemas.microsoft.com/office/drawing/2014/main" id="{256B3645-9149-4D81-BC2F-BB6B2300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9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경남청사관리소</a:t>
            </a:r>
          </a:p>
        </p:txBody>
      </p:sp>
      <p:sp>
        <p:nvSpPr>
          <p:cNvPr id="73" name="조직-n-8ca4092c">
            <a:extLst xmlns:a="http://schemas.openxmlformats.org/drawingml/2006/main">
              <a:ext uri="{FF2B5EF4-FFF2-40B4-BE49-F238E27FC236}">
                <a16:creationId xmlns:a16="http://schemas.microsoft.com/office/drawing/2014/main" id="{2A0BC67D-3737-4FB4-B8D8-BA226B86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51" y="1123950"/>
            <a:ext cx="59817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과천청사관리소 (나)</a:t>
            </a:r>
          </a:p>
        </p:txBody>
      </p:sp>
      <p:sp>
        <p:nvSpPr>
          <p:cNvPr id="74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3E324A49-9DFD-498F-8964-02947792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10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5" name="조직-n-0786c8c3">
            <a:extLst xmlns:a="http://schemas.openxmlformats.org/drawingml/2006/main">
              <a:ext uri="{FF2B5EF4-FFF2-40B4-BE49-F238E27FC236}">
                <a16:creationId xmlns:a16="http://schemas.microsoft.com/office/drawing/2014/main" id="{C867B4E6-E5F9-47CD-AA8B-EED4B521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54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6" name="조직-n-8ce764d3">
            <a:extLst xmlns:a="http://schemas.openxmlformats.org/drawingml/2006/main">
              <a:ext uri="{FF2B5EF4-FFF2-40B4-BE49-F238E27FC236}">
                <a16:creationId xmlns:a16="http://schemas.microsoft.com/office/drawing/2014/main" id="{F98AF906-96C5-44EE-93EE-D23D1E12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59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광주청사관리소</a:t>
            </a:r>
          </a:p>
        </p:txBody>
      </p:sp>
      <p:sp>
        <p:nvSpPr>
          <p:cNvPr id="77" name="조직-n-886ffbcd">
            <a:extLst xmlns:a="http://schemas.openxmlformats.org/drawingml/2006/main">
              <a:ext uri="{FF2B5EF4-FFF2-40B4-BE49-F238E27FC236}">
                <a16:creationId xmlns:a16="http://schemas.microsoft.com/office/drawing/2014/main" id="{1CE1736D-32FA-4412-B009-9278B14A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48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국가기록원</a:t>
            </a:r>
          </a:p>
        </p:txBody>
      </p:sp>
      <p:sp>
        <p:nvSpPr>
          <p:cNvPr id="78" name="조직-n-df0fb61e">
            <a:extLst xmlns:a="http://schemas.openxmlformats.org/drawingml/2006/main">
              <a:ext uri="{FF2B5EF4-FFF2-40B4-BE49-F238E27FC236}">
                <a16:creationId xmlns:a16="http://schemas.microsoft.com/office/drawing/2014/main" id="{3B4D8F2A-E9E5-40A9-8D8D-9C5C98E5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974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기록관리부 (나)</a:t>
            </a:r>
          </a:p>
        </p:txBody>
      </p:sp>
      <p:sp>
        <p:nvSpPr>
          <p:cNvPr id="79" name="조직-n-cd7bdde5">
            <a:extLst xmlns:a="http://schemas.openxmlformats.org/drawingml/2006/main">
              <a:ext uri="{FF2B5EF4-FFF2-40B4-BE49-F238E27FC236}">
                <a16:creationId xmlns:a16="http://schemas.microsoft.com/office/drawing/2014/main" id="{3D4DBE8D-5B9F-427A-8C4D-F4BEB8B1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24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0" name="조직-n-62a8da8c">
            <a:extLst xmlns:a="http://schemas.openxmlformats.org/drawingml/2006/main">
              <a:ext uri="{FF2B5EF4-FFF2-40B4-BE49-F238E27FC236}">
                <a16:creationId xmlns:a16="http://schemas.microsoft.com/office/drawing/2014/main" id="{D0032DF4-837E-478B-BB2C-8E3630DF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68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1" name="조직-n-9726a13e">
            <a:extLst xmlns:a="http://schemas.openxmlformats.org/drawingml/2006/main">
              <a:ext uri="{FF2B5EF4-FFF2-40B4-BE49-F238E27FC236}">
                <a16:creationId xmlns:a16="http://schemas.microsoft.com/office/drawing/2014/main" id="{A28D25D3-E1E7-4DE1-A4C6-77B07825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12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2" name="조직-n-417ec7fd">
            <a:extLst xmlns:a="http://schemas.openxmlformats.org/drawingml/2006/main">
              <a:ext uri="{FF2B5EF4-FFF2-40B4-BE49-F238E27FC236}">
                <a16:creationId xmlns:a16="http://schemas.microsoft.com/office/drawing/2014/main" id="{9D923596-0A85-4FCE-BF47-1E08C5B9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57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3" name="조직-n-571d73da">
            <a:extLst xmlns:a="http://schemas.openxmlformats.org/drawingml/2006/main">
              <a:ext uri="{FF2B5EF4-FFF2-40B4-BE49-F238E27FC236}">
                <a16:creationId xmlns:a16="http://schemas.microsoft.com/office/drawing/2014/main" id="{C3CE15EE-8B39-46E0-8943-2C38C6DA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840" y="3114675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기록서비스부 (나)</a:t>
            </a:r>
          </a:p>
        </p:txBody>
      </p:sp>
      <p:sp>
        <p:nvSpPr>
          <p:cNvPr id="84" name="조직-n-42b860d9">
            <a:extLst xmlns:a="http://schemas.openxmlformats.org/drawingml/2006/main">
              <a:ext uri="{FF2B5EF4-FFF2-40B4-BE49-F238E27FC236}">
                <a16:creationId xmlns:a16="http://schemas.microsoft.com/office/drawing/2014/main" id="{72BCD4CA-31E0-4191-8247-01AF6D26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015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85" name="조직-n-b2348d9f">
            <a:extLst xmlns:a="http://schemas.openxmlformats.org/drawingml/2006/main">
              <a:ext uri="{FF2B5EF4-FFF2-40B4-BE49-F238E27FC236}">
                <a16:creationId xmlns:a16="http://schemas.microsoft.com/office/drawing/2014/main" id="{D9B2EA98-821D-4DBA-9B03-D4F353A4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45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6" name="조직-n-c025b1e8">
            <a:extLst xmlns:a="http://schemas.openxmlformats.org/drawingml/2006/main">
              <a:ext uri="{FF2B5EF4-FFF2-40B4-BE49-F238E27FC236}">
                <a16:creationId xmlns:a16="http://schemas.microsoft.com/office/drawing/2014/main" id="{CA7E08D8-26DD-4532-BCC1-15CD777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902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7" name="조직-n-552e0ac3">
            <a:extLst xmlns:a="http://schemas.openxmlformats.org/drawingml/2006/main">
              <a:ext uri="{FF2B5EF4-FFF2-40B4-BE49-F238E27FC236}">
                <a16:creationId xmlns:a16="http://schemas.microsoft.com/office/drawing/2014/main" id="{85DC9761-21A9-455F-939C-A33A6E8F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345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8" name="조직-n-490814fc">
            <a:extLst xmlns:a="http://schemas.openxmlformats.org/drawingml/2006/main">
              <a:ext uri="{FF2B5EF4-FFF2-40B4-BE49-F238E27FC236}">
                <a16:creationId xmlns:a16="http://schemas.microsoft.com/office/drawing/2014/main" id="{8CDB3932-4670-4981-AAC0-341D4BDB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522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기록정책부 (나)</a:t>
            </a:r>
          </a:p>
        </p:txBody>
      </p:sp>
      <p:sp>
        <p:nvSpPr>
          <p:cNvPr id="89" name="조직-n-77282134">
            <a:extLst xmlns:a="http://schemas.openxmlformats.org/drawingml/2006/main">
              <a:ext uri="{FF2B5EF4-FFF2-40B4-BE49-F238E27FC236}">
                <a16:creationId xmlns:a16="http://schemas.microsoft.com/office/drawing/2014/main" id="{45BA82C6-6082-482E-8AB0-C66A9CF1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789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0" name="조직-n-06476e9a">
            <a:extLst xmlns:a="http://schemas.openxmlformats.org/drawingml/2006/main">
              <a:ext uri="{FF2B5EF4-FFF2-40B4-BE49-F238E27FC236}">
                <a16:creationId xmlns:a16="http://schemas.microsoft.com/office/drawing/2014/main" id="{9C2B3BF3-FA54-476C-8036-145AB7D7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232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1" name="조직-n-ed906cb4">
            <a:extLst xmlns:a="http://schemas.openxmlformats.org/drawingml/2006/main">
              <a:ext uri="{FF2B5EF4-FFF2-40B4-BE49-F238E27FC236}">
                <a16:creationId xmlns:a16="http://schemas.microsoft.com/office/drawing/2014/main" id="{C2B30B24-294D-482A-9371-C8675BD6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676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2" name="소관법령수">
            <a:extLst xmlns:a="http://schemas.openxmlformats.org/drawingml/2006/main">
              <a:ext uri="{FF2B5EF4-FFF2-40B4-BE49-F238E27FC236}">
                <a16:creationId xmlns:a16="http://schemas.microsoft.com/office/drawing/2014/main" id="{B2DCF58F-16BD-4989-B12E-112FD470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056" y="6381750"/>
            <a:ext cx="2476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5715">
            <a:solidFill>
              <a:srgbClr val="9CA3AF"/>
            </a:solidFill>
            <a:prstDash val="solid"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563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3" name="조직-n-8765af75">
            <a:extLst xmlns:a="http://schemas.openxmlformats.org/drawingml/2006/main">
              <a:ext uri="{FF2B5EF4-FFF2-40B4-BE49-F238E27FC236}">
                <a16:creationId xmlns:a16="http://schemas.microsoft.com/office/drawing/2014/main" id="{87BA1BF3-74B0-4A4B-88D0-7E31B89F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119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4" name="조직-n-f2213d55">
            <a:extLst xmlns:a="http://schemas.openxmlformats.org/drawingml/2006/main">
              <a:ext uri="{FF2B5EF4-FFF2-40B4-BE49-F238E27FC236}">
                <a16:creationId xmlns:a16="http://schemas.microsoft.com/office/drawing/2014/main" id="{B11A291A-9EAD-4D86-A165-6F427BF1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583" y="1123950"/>
            <a:ext cx="897258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5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국가재난안전교육원</a:t>
            </a:r>
          </a:p>
        </p:txBody>
      </p:sp>
      <p:sp>
        <p:nvSpPr>
          <p:cNvPr id="95" name="조직-n-4f7c23a4">
            <a:extLst xmlns:a="http://schemas.openxmlformats.org/drawingml/2006/main">
              <a:ext uri="{FF2B5EF4-FFF2-40B4-BE49-F238E27FC236}">
                <a16:creationId xmlns:a16="http://schemas.microsoft.com/office/drawing/2014/main" id="{088BCCFF-8B16-4596-8673-634130CB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563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6" name="조직-n-92f4525e">
            <a:extLst xmlns:a="http://schemas.openxmlformats.org/drawingml/2006/main">
              <a:ext uri="{FF2B5EF4-FFF2-40B4-BE49-F238E27FC236}">
                <a16:creationId xmlns:a16="http://schemas.microsoft.com/office/drawing/2014/main" id="{BDBE71C3-3740-4588-B88E-BC1F151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07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7" name="조직-n-1a8d5f06">
            <a:extLst xmlns:a="http://schemas.openxmlformats.org/drawingml/2006/main">
              <a:ext uri="{FF2B5EF4-FFF2-40B4-BE49-F238E27FC236}">
                <a16:creationId xmlns:a16="http://schemas.microsoft.com/office/drawing/2014/main" id="{26EE8105-579B-4AFE-AEC9-15A81B9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450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8" name="조직-n-54b44817">
            <a:extLst xmlns:a="http://schemas.openxmlformats.org/drawingml/2006/main">
              <a:ext uri="{FF2B5EF4-FFF2-40B4-BE49-F238E27FC236}">
                <a16:creationId xmlns:a16="http://schemas.microsoft.com/office/drawing/2014/main" id="{7B4F7CCA-FB9B-49A7-9678-226E687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735" y="1123950"/>
            <a:ext cx="59817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0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국가정보자원관리원 (책)</a:t>
            </a:r>
          </a:p>
        </p:txBody>
      </p:sp>
      <p:sp>
        <p:nvSpPr>
          <p:cNvPr id="99" name="조직-n-c722b8cc">
            <a:extLst xmlns:a="http://schemas.openxmlformats.org/drawingml/2006/main">
              <a:ext uri="{FF2B5EF4-FFF2-40B4-BE49-F238E27FC236}">
                <a16:creationId xmlns:a16="http://schemas.microsoft.com/office/drawing/2014/main" id="{CC9A8462-5692-4AB6-A309-E6881BE3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894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100" name="조직-n-9e31f68d">
            <a:extLst xmlns:a="http://schemas.openxmlformats.org/drawingml/2006/main">
              <a:ext uri="{FF2B5EF4-FFF2-40B4-BE49-F238E27FC236}">
                <a16:creationId xmlns:a16="http://schemas.microsoft.com/office/drawing/2014/main" id="{56BF78B9-5DE3-41CC-8BF5-943B7814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337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101" name="조직-n-808039a8">
            <a:extLst xmlns:a="http://schemas.openxmlformats.org/drawingml/2006/main">
              <a:ext uri="{FF2B5EF4-FFF2-40B4-BE49-F238E27FC236}">
                <a16:creationId xmlns:a16="http://schemas.microsoft.com/office/drawing/2014/main" id="{F95981AF-F3BB-444B-A02B-73D21EB2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2" y="1123950"/>
            <a:ext cx="59817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0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국립과학수사연구원 (책)</a:t>
            </a:r>
          </a:p>
        </p:txBody>
      </p:sp>
      <p:sp>
        <p:nvSpPr>
          <p:cNvPr id="102" name="조직-n-0d8d0847">
            <a:extLst xmlns:a="http://schemas.openxmlformats.org/drawingml/2006/main">
              <a:ext uri="{FF2B5EF4-FFF2-40B4-BE49-F238E27FC236}">
                <a16:creationId xmlns:a16="http://schemas.microsoft.com/office/drawing/2014/main" id="{C58C6B5A-0730-4D3F-BB8A-F2ACC903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781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</p:txBody>
      </p:sp>
      <p:sp>
        <p:nvSpPr>
          <p:cNvPr id="103" name="조직-n-d74186ad">
            <a:extLst xmlns:a="http://schemas.openxmlformats.org/drawingml/2006/main">
              <a:ext uri="{FF2B5EF4-FFF2-40B4-BE49-F238E27FC236}">
                <a16:creationId xmlns:a16="http://schemas.microsoft.com/office/drawing/2014/main" id="{0AD29BA7-9428-4B5C-B5FE-D2308D09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30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485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국립재난안전연구원 (책)</a:t>
            </a:r>
          </a:p>
        </p:txBody>
      </p:sp>
      <p:sp>
        <p:nvSpPr>
          <p:cNvPr id="104" name="조직-n-feebecd8">
            <a:extLst xmlns:a="http://schemas.openxmlformats.org/drawingml/2006/main">
              <a:ext uri="{FF2B5EF4-FFF2-40B4-BE49-F238E27FC236}">
                <a16:creationId xmlns:a16="http://schemas.microsoft.com/office/drawing/2014/main" id="{D327162B-914F-4F92-99A2-799463A9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773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대구청사관리소</a:t>
            </a:r>
          </a:p>
        </p:txBody>
      </p:sp>
      <p:sp>
        <p:nvSpPr>
          <p:cNvPr id="105" name="조직-n-2b2a2d9d">
            <a:extLst xmlns:a="http://schemas.openxmlformats.org/drawingml/2006/main">
              <a:ext uri="{FF2B5EF4-FFF2-40B4-BE49-F238E27FC236}">
                <a16:creationId xmlns:a16="http://schemas.microsoft.com/office/drawing/2014/main" id="{9197A90B-9152-43B2-B26B-96EB1E99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217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대전분원</a:t>
            </a:r>
          </a:p>
        </p:txBody>
      </p:sp>
      <p:sp>
        <p:nvSpPr>
          <p:cNvPr id="10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AF92961-E327-40B2-8EE6-550E9CB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7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1158AEB6-5DD9-4BF9-983A-F98E70A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0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C45DED-8539-4F59-B463-69601FF0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09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62BBBBAD-B368-489D-BA1A-9B6AA4CA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10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B2ED17AC-2C03-4342-ABF4-64CA87C6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A1A3CD53-AF96-4300-AAAD-3EDB58D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12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E5CFBB5C-287B-4AF3-B33B-50F8A332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113" name="쪽번호">
            <a:extLst xmlns:a="http://schemas.openxmlformats.org/drawingml/2006/main">
              <a:ext uri="{FF2B5EF4-FFF2-40B4-BE49-F238E27FC236}">
                <a16:creationId xmlns:a16="http://schemas.microsoft.com/office/drawing/2014/main" id="{8FC0145E-7093-4A9C-8D18-72573E13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7049704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기관명">
            <a:extLst xmlns:a="http://schemas.openxmlformats.org/drawingml/2006/main">
              <a:ext uri="{FF2B5EF4-FFF2-40B4-BE49-F238E27FC236}">
                <a16:creationId xmlns:a16="http://schemas.microsoft.com/office/drawing/2014/main" id="{AFD845D0-04EF-4D0A-A4DD-90B410EB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06C0D410-CB7B-4A0B-8F89-CD925AC9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167ABD91-0D57-4A6C-884B-A9FC86D5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F4431AA-AE8C-4DB8-9A26-A509F24C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11BDB3-60F1-46D6-9AE5-70EFD2B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3EAC83-3C6F-4B1D-802B-C059D4B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10" y="2237994"/>
            <a:ext cx="996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1F2E566-D6D4-4A75-9208-96BED1C9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1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8E6504-4616-4420-A2AB-4F95BF46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0145FB-E0F2-461F-A0BD-EB293AE1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03" y="2237994"/>
            <a:ext cx="29908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ACF63C-517D-44C9-8D14-92E46699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0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42D81D-35A3-449F-83D2-FD05B6EA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DC65E7-A134-42D0-BCEE-3B1376C4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2237994"/>
            <a:ext cx="996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24D0D6-E001-467B-85B9-F2AA5B31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831BF3E-0A28-4882-B79E-24770376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164E4FD-7F8C-42CB-8EB5-FBE6A305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2237994"/>
            <a:ext cx="29908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0A52A7-6BAC-4FE2-B467-D25D8BCC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-n-7d2df2c0">
            <a:extLst xmlns:a="http://schemas.openxmlformats.org/drawingml/2006/main">
              <a:ext uri="{FF2B5EF4-FFF2-40B4-BE49-F238E27FC236}">
                <a16:creationId xmlns:a16="http://schemas.microsoft.com/office/drawing/2014/main" id="{6860418B-9840-462B-8DCC-1FC1060F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310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대전청사관리소 (나)</a:t>
            </a:r>
          </a:p>
        </p:txBody>
      </p:sp>
      <p:sp>
        <p:nvSpPr>
          <p:cNvPr id="18" name="조직-n-c4950567">
            <a:extLst xmlns:a="http://schemas.openxmlformats.org/drawingml/2006/main">
              <a:ext uri="{FF2B5EF4-FFF2-40B4-BE49-F238E27FC236}">
                <a16:creationId xmlns:a16="http://schemas.microsoft.com/office/drawing/2014/main" id="{7FFA0116-ECC9-45BF-B6A2-DEE86B8D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3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경북지소</a:t>
            </a:r>
          </a:p>
        </p:txBody>
      </p:sp>
      <p:sp>
        <p:nvSpPr>
          <p:cNvPr id="19" name="조직-n-32653a40">
            <a:extLst xmlns:a="http://schemas.openxmlformats.org/drawingml/2006/main">
              <a:ext uri="{FF2B5EF4-FFF2-40B4-BE49-F238E27FC236}">
                <a16:creationId xmlns:a16="http://schemas.microsoft.com/office/drawing/2014/main" id="{7DA45481-E9FA-45EA-846A-6420161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80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충남지소</a:t>
            </a:r>
          </a:p>
        </p:txBody>
      </p:sp>
      <p:sp>
        <p:nvSpPr>
          <p:cNvPr id="20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C5F7D25F-D7A4-47F1-A4DF-6711E350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893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관리과</a:t>
            </a:r>
          </a:p>
        </p:txBody>
      </p:sp>
      <p:sp>
        <p:nvSpPr>
          <p:cNvPr id="21" name="조직-n-0786c8c3">
            <a:extLst xmlns:a="http://schemas.openxmlformats.org/drawingml/2006/main">
              <a:ext uri="{FF2B5EF4-FFF2-40B4-BE49-F238E27FC236}">
                <a16:creationId xmlns:a16="http://schemas.microsoft.com/office/drawing/2014/main" id="{342D297E-A7A9-4111-9A23-35B9567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800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시설과</a:t>
            </a:r>
          </a:p>
        </p:txBody>
      </p:sp>
      <p:sp>
        <p:nvSpPr>
          <p:cNvPr id="22" name="조직-n-9baf8531">
            <a:extLst xmlns:a="http://schemas.openxmlformats.org/drawingml/2006/main">
              <a:ext uri="{FF2B5EF4-FFF2-40B4-BE49-F238E27FC236}">
                <a16:creationId xmlns:a16="http://schemas.microsoft.com/office/drawing/2014/main" id="{A282735C-1669-49B6-9A8B-02C416A9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799" y="1123950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부산분원</a:t>
            </a:r>
          </a:p>
        </p:txBody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BCD2187-B802-4541-B546-EC0F834C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24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47726A1A-EBB6-4817-A3A1-2944CFA8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B6E316-4E12-4A38-8D10-A81563C7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26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DFD32E9C-3EBC-4754-9544-5916D76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27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0D547134-E165-44DC-A825-0909EA4E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68B94351-1A49-42F4-BB0E-7FC5FBEC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29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9A5C354E-6F09-40F2-BC80-F571A187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30" name="쪽번호">
            <a:extLst xmlns:a="http://schemas.openxmlformats.org/drawingml/2006/main">
              <a:ext uri="{FF2B5EF4-FFF2-40B4-BE49-F238E27FC236}">
                <a16:creationId xmlns:a16="http://schemas.microsoft.com/office/drawing/2014/main" id="{2170573E-57F0-491E-8A82-551837FC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2130631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기관명">
            <a:extLst xmlns:a="http://schemas.openxmlformats.org/drawingml/2006/main">
              <a:ext uri="{FF2B5EF4-FFF2-40B4-BE49-F238E27FC236}">
                <a16:creationId xmlns:a16="http://schemas.microsoft.com/office/drawing/2014/main" id="{0A3744A7-8AE9-4588-B731-1EE40C07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D9CDB181-10D5-466A-9E5F-ECD58A32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(3)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863A1890-F6D0-456B-BB17-FC6A8A54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1DF81E-9690-4595-BCFD-1C4F97D8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81137E-D541-46A1-8D03-9BE738E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3529A31-B39D-40F5-BE11-FE337976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2237994"/>
            <a:ext cx="8307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2C128A-6A89-41A7-B05E-24CCDC36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BB9670-89D9-4620-81A7-6A3777E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5D28C19-133E-416A-BAEC-2B124B39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2237994"/>
            <a:ext cx="4984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F3E1F0-B30F-4760-8232-53708967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C0F4F6-4380-431D-B43E-FD9653C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6EA20D-9C6F-4E0B-BDDD-F4771C01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27" y="2237994"/>
            <a:ext cx="1661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00DF96-19ED-45F7-B1B9-06909DF2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2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7529CC-2B9A-4E87-B14E-E3503D5A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74B9C36-AD3F-4843-9882-8BEB8E76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09" y="2237994"/>
            <a:ext cx="4984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CF38F3-75A5-426A-9D21-47A55D6A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0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6156BB-A4FB-4C4E-BF19-5A13ACCB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034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269670-FEB0-4CA3-8E26-1D751F70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03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0AFBB4-1CCF-41D7-A404-8ACCA8D0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E2380EC-A615-466A-A351-2CD7F65B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4228719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589A14-E8FD-43E3-A4BE-E84A1EAE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73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BBA678-71A3-42F3-9B06-5CA51312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1C7255-D954-4E47-A3C2-9EB3E3AA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69B452-090E-4CF4-827A-DA2FD987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94F79A-FFB5-42AD-9944-87DD57F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71EB7E2-807A-49BA-9A65-001BFC94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8D599A-6E27-4391-9F94-947E3A31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59581F-FB7B-427D-A1EB-55C9E7E1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10" y="4228719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C9E547-5845-4882-940C-4B0A1242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1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BB919F-4C00-4E9C-B636-F941012C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87DEC4E-54E4-485D-850C-58586DB3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4228719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D49C363-6354-4DE3-A8C4-DC83F6FE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46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74E7B8-9537-4404-B824-4124F24A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AAE6BB-2068-4FC3-93E3-3476D5CE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50BB38-0D21-416D-BFE3-45F28095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D1B1E7-4164-4F62-89A9-9B0A8F07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828" y="4228719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141F8DA-C3CC-41C7-B9E6-96921734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82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372EBF-7B78-421C-9830-B72FE122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9CB8B8-6D8D-4A58-9297-D063E816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4228719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9E2DF3-3F13-47DB-B0C8-B752939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7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7305B1B-4E68-407F-AE09-950F5C3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54B875-9ABB-4529-B77C-6BAC5A0A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996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EB8662-0CCC-483D-9997-F43532EF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841713F-3461-471F-B63D-998FD0D3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76055A-DE90-4747-A867-AB30DE29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2237994"/>
            <a:ext cx="996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FC4989A-DE68-47D4-91A3-B5364779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3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85FFDD-8A00-4480-A4D2-175A0EC6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6AB2EC-EC99-4EAF-928A-997504AF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651" y="2237994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25E8012-D52E-4632-958E-78B9769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65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74DAACD-2FB4-4437-87CF-23191523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7CE03C-BCF4-4C8D-AF30-7C143D88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2237994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B3E116-B8CE-4EB1-8E6F-B915173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2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15C6FD-D30E-4666-826A-F9CF6BCA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19FEA0-0E5C-4AB9-A69C-409DEA8B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7610B9A-E5EC-4205-88E9-A6A9BCE6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D7BB40-B7A8-4CD9-8344-91C052A6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968" y="2237994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A9855C-8177-456D-9B75-5808FF99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96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13A3C5E-B8C3-4EF9-A019-AA06300D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060DF9-C141-4A38-94C6-40A8371B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2237994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D155DB-C544-46B6-BB81-BD8893DA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60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B418292-2885-4167-8CA4-B97196ED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E500FD3-2178-4416-99D2-758B6CA7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2237994"/>
            <a:ext cx="1661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A63B5D-CCDB-4F4F-9146-B6C493CA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4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41BE27-E4C2-42C2-877E-317DE360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BB8FFB9-96C2-4634-B316-E54F904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2237994"/>
            <a:ext cx="4984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80F5DB7-3F1F-4996-A115-DB3DA827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06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D2EC94-BA2A-4E88-B982-3CD91ED0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03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0C141E3-CBA4-444B-B0C2-63F414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875" y="4228719"/>
            <a:ext cx="1661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0E0489-A6FD-4574-AD5F-6FA05FF4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87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16BA8C-F716-43BE-8F4B-3CE68382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5D0128-09E8-47E8-930C-AD5AA1DA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AAD377-1F98-4B77-9CAF-0E67B438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32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EDD69C-B443-4095-9268-C5F402C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180F2F-3EED-48A4-A31C-8C9EAE3D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5F885D-A593-47F5-818D-ADB7680C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28C5C7-D175-4C2B-A82D-6E96C4B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5068A0-CF23-481F-A728-4C6B7DAF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00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C7B29A1-071B-4FCF-BBAF-6462E4EF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89A115-9721-478A-94F3-CD495E87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052" y="2237994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E2F638-E969-4CDB-8736-ED9C49AC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05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1F8C5F-4220-40E2-BF73-D3D5E30D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B9A48A-CD67-4E7E-BE06-4C75A98C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370" y="2237994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3B68FF-75ED-46FF-A29B-D8E8B2D1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37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-n-0fa82408">
            <a:extLst xmlns:a="http://schemas.openxmlformats.org/drawingml/2006/main">
              <a:ext uri="{FF2B5EF4-FFF2-40B4-BE49-F238E27FC236}">
                <a16:creationId xmlns:a16="http://schemas.microsoft.com/office/drawing/2014/main" id="{38874A84-00DF-4587-8E6B-D6332986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70" y="1123950"/>
            <a:ext cx="1036831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서울청사관리소 (나)</a:t>
            </a:r>
          </a:p>
        </p:txBody>
      </p:sp>
      <p:sp>
        <p:nvSpPr>
          <p:cNvPr id="85" name="조직-n-6ff22ed6">
            <a:extLst xmlns:a="http://schemas.openxmlformats.org/drawingml/2006/main">
              <a:ext uri="{FF2B5EF4-FFF2-40B4-BE49-F238E27FC236}">
                <a16:creationId xmlns:a16="http://schemas.microsoft.com/office/drawing/2014/main" id="{D5EAEF81-6970-467B-92E9-CA5956E7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98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</p:txBody>
      </p:sp>
      <p:sp>
        <p:nvSpPr>
          <p:cNvPr id="86" name="조직-n-a83bc1ad">
            <a:extLst xmlns:a="http://schemas.openxmlformats.org/drawingml/2006/main">
              <a:ext uri="{FF2B5EF4-FFF2-40B4-BE49-F238E27FC236}">
                <a16:creationId xmlns:a16="http://schemas.microsoft.com/office/drawing/2014/main" id="{71E6337B-4056-4A29-96BF-5F94E2FE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15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</p:txBody>
      </p:sp>
      <p:sp>
        <p:nvSpPr>
          <p:cNvPr id="87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5267BD20-FE6B-4E11-9055-42A18A3D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33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8" name="조직-n-0786c8c3">
            <a:extLst xmlns:a="http://schemas.openxmlformats.org/drawingml/2006/main">
              <a:ext uri="{FF2B5EF4-FFF2-40B4-BE49-F238E27FC236}">
                <a16:creationId xmlns:a16="http://schemas.microsoft.com/office/drawing/2014/main" id="{2423E8D0-D1DE-407A-9D8C-0CDA916F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1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9" name="조직-n-db844008">
            <a:extLst xmlns:a="http://schemas.openxmlformats.org/drawingml/2006/main">
              <a:ext uri="{FF2B5EF4-FFF2-40B4-BE49-F238E27FC236}">
                <a16:creationId xmlns:a16="http://schemas.microsoft.com/office/drawing/2014/main" id="{C14C5079-15F4-42AC-B87C-275E8C88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30" y="1123950"/>
            <a:ext cx="266700" cy="304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0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성남분원</a:t>
            </a:r>
          </a:p>
        </p:txBody>
      </p:sp>
      <p:sp>
        <p:nvSpPr>
          <p:cNvPr id="90" name="조직-n-1df88277">
            <a:extLst xmlns:a="http://schemas.openxmlformats.org/drawingml/2006/main">
              <a:ext uri="{FF2B5EF4-FFF2-40B4-BE49-F238E27FC236}">
                <a16:creationId xmlns:a16="http://schemas.microsoft.com/office/drawing/2014/main" id="{093FF14F-5F48-4DFA-8ACB-47DCF6F9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47" y="1123950"/>
            <a:ext cx="266700" cy="304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0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이북5도</a:t>
            </a:r>
          </a:p>
        </p:txBody>
      </p:sp>
      <p:sp>
        <p:nvSpPr>
          <p:cNvPr id="91" name="조직-n-9226dfc0">
            <a:extLst xmlns:a="http://schemas.openxmlformats.org/drawingml/2006/main">
              <a:ext uri="{FF2B5EF4-FFF2-40B4-BE49-F238E27FC236}">
                <a16:creationId xmlns:a16="http://schemas.microsoft.com/office/drawing/2014/main" id="{91BB152D-CF1A-460F-9870-48A3DDA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65" y="1123950"/>
            <a:ext cx="266700" cy="304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4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인천청사관리소</a:t>
            </a:r>
          </a:p>
        </p:txBody>
      </p:sp>
      <p:sp>
        <p:nvSpPr>
          <p:cNvPr id="92" name="조직-n-8018702d">
            <a:extLst xmlns:a="http://schemas.openxmlformats.org/drawingml/2006/main">
              <a:ext uri="{FF2B5EF4-FFF2-40B4-BE49-F238E27FC236}">
                <a16:creationId xmlns:a16="http://schemas.microsoft.com/office/drawing/2014/main" id="{DFAD89BC-ED9E-4AF4-A336-3EFE9990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926" y="1123950"/>
            <a:ext cx="118872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정부청사관리본부 (가)</a:t>
            </a:r>
          </a:p>
        </p:txBody>
      </p:sp>
      <p:sp>
        <p:nvSpPr>
          <p:cNvPr id="93" name="조직-n-33d8763c">
            <a:extLst xmlns:a="http://schemas.openxmlformats.org/drawingml/2006/main">
              <a:ext uri="{FF2B5EF4-FFF2-40B4-BE49-F238E27FC236}">
                <a16:creationId xmlns:a16="http://schemas.microsoft.com/office/drawing/2014/main" id="{9B7C98EA-0221-4D5F-AE24-19667674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022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4" name="조직-n-e4df03be">
            <a:extLst xmlns:a="http://schemas.openxmlformats.org/drawingml/2006/main">
              <a:ext uri="{FF2B5EF4-FFF2-40B4-BE49-F238E27FC236}">
                <a16:creationId xmlns:a16="http://schemas.microsoft.com/office/drawing/2014/main" id="{450A289D-6104-436E-9C13-742ED4BF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339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조직-n-c1a8b427">
            <a:extLst xmlns:a="http://schemas.openxmlformats.org/drawingml/2006/main">
              <a:ext uri="{FF2B5EF4-FFF2-40B4-BE49-F238E27FC236}">
                <a16:creationId xmlns:a16="http://schemas.microsoft.com/office/drawing/2014/main" id="{8E596ABD-203E-468E-9412-0905AA1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657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6" name="조직-n-5280eec0">
            <a:extLst xmlns:a="http://schemas.openxmlformats.org/drawingml/2006/main">
              <a:ext uri="{FF2B5EF4-FFF2-40B4-BE49-F238E27FC236}">
                <a16:creationId xmlns:a16="http://schemas.microsoft.com/office/drawing/2014/main" id="{B2921780-0637-479E-BB1A-93420A50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975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7" name="조직-n-cab6c0d1">
            <a:extLst xmlns:a="http://schemas.openxmlformats.org/drawingml/2006/main">
              <a:ext uri="{FF2B5EF4-FFF2-40B4-BE49-F238E27FC236}">
                <a16:creationId xmlns:a16="http://schemas.microsoft.com/office/drawing/2014/main" id="{84019544-4267-4F46-B432-75EA7805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293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8" name="조직-n-d5dc0955">
            <a:extLst xmlns:a="http://schemas.openxmlformats.org/drawingml/2006/main">
              <a:ext uri="{FF2B5EF4-FFF2-40B4-BE49-F238E27FC236}">
                <a16:creationId xmlns:a16="http://schemas.microsoft.com/office/drawing/2014/main" id="{5B1CD9D9-DE29-4376-8847-E62AFBDA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610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9" name="조직-n-74b0d911">
            <a:extLst xmlns:a="http://schemas.openxmlformats.org/drawingml/2006/main">
              <a:ext uri="{FF2B5EF4-FFF2-40B4-BE49-F238E27FC236}">
                <a16:creationId xmlns:a16="http://schemas.microsoft.com/office/drawing/2014/main" id="{254D5914-97C8-49FB-896C-455CBB3B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928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f7625d6c">
            <a:extLst xmlns:a="http://schemas.openxmlformats.org/drawingml/2006/main">
              <a:ext uri="{FF2B5EF4-FFF2-40B4-BE49-F238E27FC236}">
                <a16:creationId xmlns:a16="http://schemas.microsoft.com/office/drawing/2014/main" id="{510D423F-1FFC-418E-A0F0-D55305AB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07" y="1123950"/>
            <a:ext cx="266700" cy="304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4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제주청사관리소</a:t>
            </a:r>
          </a:p>
        </p:txBody>
      </p:sp>
      <p:sp>
        <p:nvSpPr>
          <p:cNvPr id="101" name="조직-n-e597a744">
            <a:extLst xmlns:a="http://schemas.openxmlformats.org/drawingml/2006/main">
              <a:ext uri="{FF2B5EF4-FFF2-40B4-BE49-F238E27FC236}">
                <a16:creationId xmlns:a16="http://schemas.microsoft.com/office/drawing/2014/main" id="{4E0D43EF-F158-4A3C-A919-8C459C24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826" y="1123950"/>
            <a:ext cx="51841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685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주민등록번호변경위원회</a:t>
            </a:r>
          </a:p>
        </p:txBody>
      </p:sp>
      <p:sp>
        <p:nvSpPr>
          <p:cNvPr id="102" name="조직-n-f591ac80">
            <a:extLst xmlns:a="http://schemas.openxmlformats.org/drawingml/2006/main">
              <a:ext uri="{FF2B5EF4-FFF2-40B4-BE49-F238E27FC236}">
                <a16:creationId xmlns:a16="http://schemas.microsoft.com/office/drawing/2014/main" id="{EB30DD45-EC97-440D-B6AA-C6D049BB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826" y="3114675"/>
            <a:ext cx="51841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사무국 (나)</a:t>
            </a:r>
          </a:p>
        </p:txBody>
      </p:sp>
      <p:sp>
        <p:nvSpPr>
          <p:cNvPr id="103" name="조직-n-f52d0053">
            <a:extLst xmlns:a="http://schemas.openxmlformats.org/drawingml/2006/main">
              <a:ext uri="{FF2B5EF4-FFF2-40B4-BE49-F238E27FC236}">
                <a16:creationId xmlns:a16="http://schemas.microsoft.com/office/drawing/2014/main" id="{AB6AEF21-F826-4381-ACCA-FFA2BC19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564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4" name="조직-n-a7999a8a">
            <a:extLst xmlns:a="http://schemas.openxmlformats.org/drawingml/2006/main">
              <a:ext uri="{FF2B5EF4-FFF2-40B4-BE49-F238E27FC236}">
                <a16:creationId xmlns:a16="http://schemas.microsoft.com/office/drawing/2014/main" id="{1ADC49AE-9E31-43D3-9951-C799EFAA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355" y="1123950"/>
            <a:ext cx="123253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93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지방자치인재개발원 (평)</a:t>
            </a:r>
          </a:p>
        </p:txBody>
      </p:sp>
      <p:sp>
        <p:nvSpPr>
          <p:cNvPr id="105" name="조직-n-8e254b6f">
            <a:extLst xmlns:a="http://schemas.openxmlformats.org/drawingml/2006/main">
              <a:ext uri="{FF2B5EF4-FFF2-40B4-BE49-F238E27FC236}">
                <a16:creationId xmlns:a16="http://schemas.microsoft.com/office/drawing/2014/main" id="{4DCCD0F7-13D5-4BF9-8F4D-BC04A1F7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323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교수부 (나)</a:t>
            </a:r>
          </a:p>
        </p:txBody>
      </p:sp>
      <p:sp>
        <p:nvSpPr>
          <p:cNvPr id="106" name="조직-n-c032ae6d">
            <a:extLst xmlns:a="http://schemas.openxmlformats.org/drawingml/2006/main">
              <a:ext uri="{FF2B5EF4-FFF2-40B4-BE49-F238E27FC236}">
                <a16:creationId xmlns:a16="http://schemas.microsoft.com/office/drawing/2014/main" id="{6FF30CE3-5850-420E-BD9B-2FA183A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199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7" name="조직-n-13117a60">
            <a:extLst xmlns:a="http://schemas.openxmlformats.org/drawingml/2006/main">
              <a:ext uri="{FF2B5EF4-FFF2-40B4-BE49-F238E27FC236}">
                <a16:creationId xmlns:a16="http://schemas.microsoft.com/office/drawing/2014/main" id="{844D12DE-4B26-404B-AC4E-324B0A27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517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8" name="조직-n-b3e9ac1f">
            <a:extLst xmlns:a="http://schemas.openxmlformats.org/drawingml/2006/main">
              <a:ext uri="{FF2B5EF4-FFF2-40B4-BE49-F238E27FC236}">
                <a16:creationId xmlns:a16="http://schemas.microsoft.com/office/drawing/2014/main" id="{D47DF714-1AFE-4977-B449-D8D7AD21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834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성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조직-n-f3500d15">
            <a:extLst xmlns:a="http://schemas.openxmlformats.org/drawingml/2006/main">
              <a:ext uri="{FF2B5EF4-FFF2-40B4-BE49-F238E27FC236}">
                <a16:creationId xmlns:a16="http://schemas.microsoft.com/office/drawing/2014/main" id="{CB43D066-E020-4F5B-8129-058F1D38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152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110" name="조직-n-68e8c408">
            <a:extLst xmlns:a="http://schemas.openxmlformats.org/drawingml/2006/main">
              <a:ext uri="{FF2B5EF4-FFF2-40B4-BE49-F238E27FC236}">
                <a16:creationId xmlns:a16="http://schemas.microsoft.com/office/drawing/2014/main" id="{53C323B0-2480-450E-B792-8B05487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0470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1" name="조직-n-72312572">
            <a:extLst xmlns:a="http://schemas.openxmlformats.org/drawingml/2006/main">
              <a:ext uri="{FF2B5EF4-FFF2-40B4-BE49-F238E27FC236}">
                <a16:creationId xmlns:a16="http://schemas.microsoft.com/office/drawing/2014/main" id="{16289496-E272-4343-AF95-BCCCC6DB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605" y="3114675"/>
            <a:ext cx="777623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기획부 (나)</a:t>
            </a:r>
          </a:p>
        </p:txBody>
      </p:sp>
      <p:sp>
        <p:nvSpPr>
          <p:cNvPr id="112" name="조직-n-1eb133e3">
            <a:extLst xmlns:a="http://schemas.openxmlformats.org/drawingml/2006/main">
              <a:ext uri="{FF2B5EF4-FFF2-40B4-BE49-F238E27FC236}">
                <a16:creationId xmlns:a16="http://schemas.microsoft.com/office/drawing/2014/main" id="{80A2CE0E-E32B-4B98-982A-CF7A209A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788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3" name="조직-n-4f7c23a4">
            <a:extLst xmlns:a="http://schemas.openxmlformats.org/drawingml/2006/main">
              <a:ext uri="{FF2B5EF4-FFF2-40B4-BE49-F238E27FC236}">
                <a16:creationId xmlns:a16="http://schemas.microsoft.com/office/drawing/2014/main" id="{14ED99CD-7EE9-4C9A-A4F3-FCC8791A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105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4" name="조직-n-8765af75">
            <a:extLst xmlns:a="http://schemas.openxmlformats.org/drawingml/2006/main">
              <a:ext uri="{FF2B5EF4-FFF2-40B4-BE49-F238E27FC236}">
                <a16:creationId xmlns:a16="http://schemas.microsoft.com/office/drawing/2014/main" id="{D5721FE3-2BC3-4866-A2DF-F8302E1A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423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5" name="조직-n-ed851562">
            <a:extLst xmlns:a="http://schemas.openxmlformats.org/drawingml/2006/main">
              <a:ext uri="{FF2B5EF4-FFF2-40B4-BE49-F238E27FC236}">
                <a16:creationId xmlns:a16="http://schemas.microsoft.com/office/drawing/2014/main" id="{341EF23E-B529-4C5E-AA74-DD0A6BDC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142" y="1123950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86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대통령기록관 (나) (법 2)</a:t>
            </a:r>
          </a:p>
        </p:txBody>
      </p:sp>
      <p:sp>
        <p:nvSpPr>
          <p:cNvPr id="116" name="조직-n-8255945e">
            <a:extLst xmlns:a="http://schemas.openxmlformats.org/drawingml/2006/main">
              <a:ext uri="{FF2B5EF4-FFF2-40B4-BE49-F238E27FC236}">
                <a16:creationId xmlns:a16="http://schemas.microsoft.com/office/drawing/2014/main" id="{610D49B5-71FB-41FF-9BE3-E2A62B91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741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7" name="조직-n-db3773a6">
            <a:extLst xmlns:a="http://schemas.openxmlformats.org/drawingml/2006/main">
              <a:ext uri="{FF2B5EF4-FFF2-40B4-BE49-F238E27FC236}">
                <a16:creationId xmlns:a16="http://schemas.microsoft.com/office/drawing/2014/main" id="{364F2E4C-1690-4C71-B871-23B26D1B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059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8" name="조직-n-d7ffdb4c">
            <a:extLst xmlns:a="http://schemas.openxmlformats.org/drawingml/2006/main">
              <a:ext uri="{FF2B5EF4-FFF2-40B4-BE49-F238E27FC236}">
                <a16:creationId xmlns:a16="http://schemas.microsoft.com/office/drawing/2014/main" id="{2CC264C8-3F17-4CA7-917E-06C1E64B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376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9" name="조직-n-e13994df">
            <a:extLst xmlns:a="http://schemas.openxmlformats.org/drawingml/2006/main">
              <a:ext uri="{FF2B5EF4-FFF2-40B4-BE49-F238E27FC236}">
                <a16:creationId xmlns:a16="http://schemas.microsoft.com/office/drawing/2014/main" id="{5DAD0372-C16E-47A1-99CA-39FCB572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694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0" name="조직-n-d20f1730">
            <a:extLst xmlns:a="http://schemas.openxmlformats.org/drawingml/2006/main">
              <a:ext uri="{FF2B5EF4-FFF2-40B4-BE49-F238E27FC236}">
                <a16:creationId xmlns:a16="http://schemas.microsoft.com/office/drawing/2014/main" id="{94A5A8AC-33E6-423B-9BA2-A61D9C7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12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848A63-7095-461F-88E1-B1FE3D53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22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1EF47AEA-B959-41FB-B64A-9BFEC5FA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B6792F-8F6C-46F6-8EEF-74C20F39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24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89799BF8-8EA3-4774-B925-89416D03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25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B4E00FA1-7409-49DA-B36E-12F1D941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6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75B13E33-F6F4-4A8F-B002-F7D2B698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27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23182A0F-0135-4B29-B3C8-12366A67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법령수: (법 n)·회색 숫자  (가/나) 직무등급  (임) 임기제  (책) 책임운영  (총) 총액  (자) 자율  (평) 평가  (한) 한시</a:t>
            </a:r>
          </a:p>
        </p:txBody>
      </p:sp>
      <p:sp>
        <p:nvSpPr>
          <p:cNvPr id="128" name="쪽번호">
            <a:extLst xmlns:a="http://schemas.openxmlformats.org/drawingml/2006/main">
              <a:ext uri="{FF2B5EF4-FFF2-40B4-BE49-F238E27FC236}">
                <a16:creationId xmlns:a16="http://schemas.microsoft.com/office/drawing/2014/main" id="{9C1802CF-A4C4-432F-BE4D-B112EEE5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7932330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기관명">
            <a:extLst xmlns:a="http://schemas.openxmlformats.org/drawingml/2006/main">
              <a:ext uri="{FF2B5EF4-FFF2-40B4-BE49-F238E27FC236}">
                <a16:creationId xmlns:a16="http://schemas.microsoft.com/office/drawing/2014/main" id="{FBEFBCD5-C69F-4A0F-8989-DAD9C635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EA8CCA95-2124-4C42-9BE6-0FC6059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부서별 소관법령 색인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F1390791-3FB6-410B-8BCE-42DDAF88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9D51B6-21BE-42E3-BC8F-3C8B17F9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소관법령-안내">
            <a:extLst xmlns:a="http://schemas.openxmlformats.org/drawingml/2006/main">
              <a:ext uri="{FF2B5EF4-FFF2-40B4-BE49-F238E27FC236}">
                <a16:creationId xmlns:a16="http://schemas.microsoft.com/office/drawing/2014/main" id="{7B83CADC-9F52-4D82-BCF8-08175173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부서별 소관법령 수와 대표 법령</a:t>
            </a:r>
          </a:p>
        </p:txBody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9486EBD-7107-44A2-BAA0-D58E9573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5E857457-5A80-4007-8CBF-A429EA7F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사회통합지원과</a:t>
            </a:r>
          </a:p>
        </p:txBody>
      </p:sp>
      <p:sp>
        <p:nvSpPr>
          <p:cNvPr id="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8F2B6A06-E378-427C-92BF-49B8B977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25건</a:t>
            </a:r>
          </a:p>
        </p:txBody>
      </p:sp>
      <p:sp>
        <p:nvSpPr>
          <p:cNvPr id="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C6F350D6-D288-4147-978E-6FEC5C8D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3ㆍ15의거 참여자의 명예회복 등에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3ㆍ15의거 참여자의 명예회복 등에 관한 법률 시행령</a:t>
            </a:r>
          </a:p>
        </p:txBody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B6A903-4900-4E5D-BE75-7C8D898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3DFF7BDE-653F-4B61-9FFE-B2465A14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지방인사제도과</a:t>
            </a:r>
          </a:p>
        </p:txBody>
      </p:sp>
      <p:sp>
        <p:nvSpPr>
          <p:cNvPr id="1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C00D0E7D-459F-4C3C-BD6B-F67E94E2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23건</a:t>
            </a:r>
          </a:p>
        </p:txBody>
      </p:sp>
      <p:sp>
        <p:nvSpPr>
          <p:cNvPr id="1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CDD67FEA-A132-4910-AFFD-914400A2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공무원 노동조합 관련 해직공무원등의 복직 등에 관한 특별법 시행령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공무원 노동조합 관련 해직공무원등의 복직 등에 관한 특별법</a:t>
            </a:r>
          </a:p>
        </p:txBody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0C28EA8-3132-4BAC-981A-0998D178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A422B888-F18C-46E0-9DE1-3824B077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자치분권지원과</a:t>
            </a:r>
          </a:p>
        </p:txBody>
      </p:sp>
      <p:sp>
        <p:nvSpPr>
          <p:cNvPr id="1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F828A816-E3A5-46EB-9526-F178FA2D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22건</a:t>
            </a:r>
          </a:p>
        </p:txBody>
      </p:sp>
      <p:sp>
        <p:nvSpPr>
          <p:cNvPr id="1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74A44786-ACE9-40CD-AD76-8CCFAF5A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경기도 수원시와 용인시의 관할구역 변경에 관한 규정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경기도 수원시와 화성시의 관할구역 변경에 관한 규정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60DCA8-535B-4DC3-A14E-4B63120F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75660FB0-85EE-411D-AC0C-4491277B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조직기획과</a:t>
            </a:r>
          </a:p>
        </p:txBody>
      </p:sp>
      <p:sp>
        <p:nvSpPr>
          <p:cNvPr id="2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9C10C879-D6BA-4028-B3FD-EA69382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21건</a:t>
            </a:r>
          </a:p>
        </p:txBody>
      </p:sp>
      <p:sp>
        <p:nvSpPr>
          <p:cNvPr id="2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8EAE15F0-6ACF-4314-BDE5-92A80D53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국가공무원총정원령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국가안보실 직제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1A7F74-5E00-4F69-ABE5-6BC2C267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D43DC6BB-8761-454D-A913-2CE2A6E2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경제조직과</a:t>
            </a:r>
          </a:p>
        </p:txBody>
      </p:sp>
      <p:sp>
        <p:nvSpPr>
          <p:cNvPr id="2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94DEE090-AB7F-46B2-8A80-CC7A5D27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20건</a:t>
            </a:r>
          </a:p>
        </p:txBody>
      </p:sp>
      <p:sp>
        <p:nvSpPr>
          <p:cNvPr id="2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649E6182-AF9C-448D-AA55-541133B0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공정거래위원회와 그 소속기관 직제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관세청과 그 소속기관 직제</a:t>
            </a:r>
          </a:p>
        </p:txBody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152A00E-1C71-4A54-B155-F0430E51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305006BD-89F6-47FA-8E71-75E3DEA4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사회조직과</a:t>
            </a:r>
          </a:p>
        </p:txBody>
      </p:sp>
      <p:sp>
        <p:nvSpPr>
          <p:cNvPr id="2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3683225B-19FA-4B5F-98E2-512DE26F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18건</a:t>
            </a:r>
          </a:p>
        </p:txBody>
      </p:sp>
      <p:sp>
        <p:nvSpPr>
          <p:cNvPr id="2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C1714669-4ECD-443B-B6D8-1C56F576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고용노동부와 그 소속기관 직제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교육부와 그 소속기관 직제</a:t>
            </a:r>
          </a:p>
        </p:txBody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CDD276-AE0E-4290-806A-0F722F2D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01D2D8C0-7C37-41B6-9EA1-9519414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자치분권제도과</a:t>
            </a:r>
          </a:p>
        </p:txBody>
      </p:sp>
      <p:sp>
        <p:nvSpPr>
          <p:cNvPr id="3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2086CF3D-8CA0-4315-9B21-0CA0BA16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18건</a:t>
            </a:r>
          </a:p>
        </p:txBody>
      </p:sp>
      <p:sp>
        <p:nvSpPr>
          <p:cNvPr id="3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77D1D15C-3E2F-49FF-A49B-54F60F7C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강원특별자치도 설치 및 미래산업글로벌도시 조성을 위한 특별법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강원특별자치도 설치 및 미래산업글로벌도시 조성을 위한 특별법 시행령</a:t>
            </a:r>
          </a:p>
        </p:txBody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7AF51E-347A-4430-9505-A10309A9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273124BB-9A1F-4E73-96E8-3BC06B15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균형발전진흥과</a:t>
            </a:r>
          </a:p>
        </p:txBody>
      </p:sp>
      <p:sp>
        <p:nvSpPr>
          <p:cNvPr id="3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41C88A96-C5B3-48B0-AA15-3C313A5A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15건</a:t>
            </a:r>
          </a:p>
        </p:txBody>
      </p:sp>
      <p:sp>
        <p:nvSpPr>
          <p:cNvPr id="3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C295CF9A-EBFD-49A2-B495-C79C4E10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고향사랑 기부금에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고향사랑 기부금에 관한 법률 시행령</a:t>
            </a:r>
          </a:p>
        </p:txBody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110A06-7250-439E-B576-A2EF5CE5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8FA6B172-CE11-4DDC-B763-A98363E8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재난경감과</a:t>
            </a:r>
          </a:p>
        </p:txBody>
      </p:sp>
      <p:sp>
        <p:nvSpPr>
          <p:cNvPr id="4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9CF16078-C07F-4F25-9D0E-51D6FDB6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15건</a:t>
            </a:r>
          </a:p>
        </p:txBody>
      </p:sp>
      <p:sp>
        <p:nvSpPr>
          <p:cNvPr id="4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4ECFE4D7-99D8-4D6F-8F2F-1292752D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급경사지 재해예방에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급경사지 재해예방에 관한 법률 시행규칙</a:t>
            </a:r>
          </a:p>
        </p:txBody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98B0020-8E20-42C4-85F5-BACF3C11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DBA583B9-74D0-490C-8CAB-8447047E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지방소득소비세제과</a:t>
            </a:r>
          </a:p>
        </p:txBody>
      </p:sp>
      <p:sp>
        <p:nvSpPr>
          <p:cNvPr id="4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8D211874-87A4-4E19-8FFD-2D865A8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14건</a:t>
            </a:r>
          </a:p>
        </p:txBody>
      </p:sp>
      <p:sp>
        <p:nvSpPr>
          <p:cNvPr id="4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976E15F2-D795-4039-A8D7-1318F945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부동산등기 특별조치법에 따른 과태료 부과ㆍ징수규칙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지방세법</a:t>
            </a:r>
          </a:p>
        </p:txBody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395A9DB-CF83-450E-A572-1E24FA6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7" name="소관법령-주석">
            <a:extLst xmlns:a="http://schemas.openxmlformats.org/drawingml/2006/main">
              <a:ext uri="{FF2B5EF4-FFF2-40B4-BE49-F238E27FC236}">
                <a16:creationId xmlns:a16="http://schemas.microsoft.com/office/drawing/2014/main" id="{430E02EE-5BC0-4DEA-B15F-AE5DDB96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공동소관 법령은 담당 부서별로 중복 표기될 수 있습니다.</a:t>
            </a:r>
          </a:p>
        </p:txBody>
      </p:sp>
      <p:sp>
        <p:nvSpPr>
          <p:cNvPr id="48" name="쪽번호">
            <a:extLst xmlns:a="http://schemas.openxmlformats.org/drawingml/2006/main">
              <a:ext uri="{FF2B5EF4-FFF2-40B4-BE49-F238E27FC236}">
                <a16:creationId xmlns:a16="http://schemas.microsoft.com/office/drawing/2014/main" id="{3EEFFA7E-9126-457F-9D46-D568DBA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464148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기관명">
            <a:extLst xmlns:a="http://schemas.openxmlformats.org/drawingml/2006/main">
              <a:ext uri="{FF2B5EF4-FFF2-40B4-BE49-F238E27FC236}">
                <a16:creationId xmlns:a16="http://schemas.microsoft.com/office/drawing/2014/main" id="{9665A50B-43B5-405D-B9EA-82566CC8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1EA613E6-12C1-4697-94DF-8F6CCA11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부서별 소관법령 색인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E38E1230-37F5-45FA-A50B-505DCCC9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C33BC6-55D4-4446-8F7B-D3A5471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소관법령-안내">
            <a:extLst xmlns:a="http://schemas.openxmlformats.org/drawingml/2006/main">
              <a:ext uri="{FF2B5EF4-FFF2-40B4-BE49-F238E27FC236}">
                <a16:creationId xmlns:a16="http://schemas.microsoft.com/office/drawing/2014/main" id="{8BAEF6B9-F82E-4F3C-AC77-7D46DD1A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부서별 소관법령 수와 대표 법령</a:t>
            </a:r>
          </a:p>
        </p:txBody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6E8DD2-AFD1-483E-A3E4-74D55CD2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ADDF0571-6029-420A-BF10-36307C96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안전조직과</a:t>
            </a:r>
          </a:p>
        </p:txBody>
      </p:sp>
      <p:sp>
        <p:nvSpPr>
          <p:cNvPr id="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E614EDAB-32BB-46D6-9827-6FF6D4AC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13건</a:t>
            </a:r>
          </a:p>
        </p:txBody>
      </p:sp>
      <p:sp>
        <p:nvSpPr>
          <p:cNvPr id="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689F2470-0D95-462F-AA7B-471E4813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고준위 방사성폐기물 관리위원회 직제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국방부와 그 소속기관 직제</a:t>
            </a:r>
          </a:p>
        </p:txBody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64D4A9-4801-4B6E-A618-8AB75DD9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63263DAD-3E34-48D9-A028-071A5589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의정담당관</a:t>
            </a:r>
          </a:p>
        </p:txBody>
      </p:sp>
      <p:sp>
        <p:nvSpPr>
          <p:cNvPr id="1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C6152AD1-CEF1-4FE5-823A-26C3ECAC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13건</a:t>
            </a:r>
          </a:p>
        </p:txBody>
      </p:sp>
      <p:sp>
        <p:nvSpPr>
          <p:cNvPr id="1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DD14A491-AA04-4B8F-82D3-DA873E63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각종 기념일 등에 관한 규정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국가장법</a:t>
            </a:r>
          </a:p>
        </p:txBody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13DDDE-58D4-4696-A055-F29DE6D9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4CBCCC35-6929-4830-B99F-8FAAFDB6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균형발전제도과</a:t>
            </a:r>
          </a:p>
        </p:txBody>
      </p:sp>
      <p:sp>
        <p:nvSpPr>
          <p:cNvPr id="1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50E6C2B2-02E2-4FDF-B74F-4D4AC2A1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10건</a:t>
            </a:r>
          </a:p>
        </p:txBody>
      </p:sp>
      <p:sp>
        <p:nvSpPr>
          <p:cNvPr id="1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4DA6FB16-F24A-4CEF-8C14-47D8F199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농어촌도로의 구조ㆍ시설기준에 관한 규칙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농어촌도로 정비법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2F761E-E4C0-4EAA-A5BA-EA36DC59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A97A0924-756E-4C41-8837-F6D1323F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부동산세제과</a:t>
            </a:r>
          </a:p>
        </p:txBody>
      </p:sp>
      <p:sp>
        <p:nvSpPr>
          <p:cNvPr id="2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4203A5E5-F4CD-4A6A-B671-74D1AF1D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10건</a:t>
            </a:r>
          </a:p>
        </p:txBody>
      </p:sp>
      <p:sp>
        <p:nvSpPr>
          <p:cNvPr id="2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DEBA4C34-5C5E-492F-979D-E46F12F4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지방세법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지방세법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1A26920-FCDF-4EE5-8DC4-C5BCFA5F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3DB6CF30-3115-4F3F-8464-5B65EA6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주민과</a:t>
            </a:r>
          </a:p>
        </p:txBody>
      </p:sp>
      <p:sp>
        <p:nvSpPr>
          <p:cNvPr id="2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EA218989-578C-4DB5-81D3-8E7C4A87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10건</a:t>
            </a:r>
          </a:p>
        </p:txBody>
      </p:sp>
      <p:sp>
        <p:nvSpPr>
          <p:cNvPr id="2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4CD33277-E68B-4C92-9970-D2F552ED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본인서명사실 확인 등에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본인서명사실 확인 등에 관한 법률 시행령</a:t>
            </a:r>
          </a:p>
        </p:txBody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A4F204-3060-4CEC-AA01-46CDCB8E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FFF3FD69-511E-49EF-8243-5C7C72A8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복구지원과</a:t>
            </a:r>
          </a:p>
        </p:txBody>
      </p:sp>
      <p:sp>
        <p:nvSpPr>
          <p:cNvPr id="2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6AE586F4-DAEA-4E62-BE46-930E81A8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9건</a:t>
            </a:r>
          </a:p>
        </p:txBody>
      </p:sp>
      <p:sp>
        <p:nvSpPr>
          <p:cNvPr id="2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48F430B5-0601-4884-B2D9-C476426C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사회재난 구호 및 복구 비용 부담기준 등에 관한 규정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자연재난 구호 및 복구 비용 부담기준 등에 관한 규정</a:t>
            </a:r>
          </a:p>
        </p:txBody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D68BAD-A5A6-474A-8CC3-A8A209EB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D1257660-B982-4951-8642-C8DDCA51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안전개선과</a:t>
            </a:r>
          </a:p>
        </p:txBody>
      </p:sp>
      <p:sp>
        <p:nvSpPr>
          <p:cNvPr id="3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1275EFA4-3A48-49E8-9039-FC82E83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9건</a:t>
            </a:r>
          </a:p>
        </p:txBody>
      </p:sp>
      <p:sp>
        <p:nvSpPr>
          <p:cNvPr id="3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FE95D2C4-9174-4E28-B8E8-9B3B54ED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보행안전 및 편의증진에 관한 법률 시행령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보행안전 및 편의증진에 관한 법률</a:t>
            </a:r>
          </a:p>
        </p:txBody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8CA789-C5D7-491E-B927-FAD9C2B7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460CC263-42FF-4B60-BA09-950FC9B1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지방세정책과</a:t>
            </a:r>
          </a:p>
        </p:txBody>
      </p:sp>
      <p:sp>
        <p:nvSpPr>
          <p:cNvPr id="3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8AA5B5EB-AC26-4743-B939-607BBC97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9건</a:t>
            </a:r>
          </a:p>
        </p:txBody>
      </p:sp>
      <p:sp>
        <p:nvSpPr>
          <p:cNvPr id="3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29F26CCF-24F0-4AA0-B4F7-7A9A5961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지방세기본법 시행령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지방세기본법</a:t>
            </a:r>
          </a:p>
        </p:txBody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3BDA3A9-8DE4-4F9C-ACC2-2808FA7C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70F74F69-725C-4825-9FFA-15EAD14B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행정제도과</a:t>
            </a:r>
          </a:p>
        </p:txBody>
      </p:sp>
      <p:sp>
        <p:nvSpPr>
          <p:cNvPr id="4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009CF99D-11FE-47DD-A56E-2A44B694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9건</a:t>
            </a:r>
          </a:p>
        </p:txBody>
      </p:sp>
      <p:sp>
        <p:nvSpPr>
          <p:cNvPr id="4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F796732B-4BF7-4B37-A11B-AA541178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공무용 차량 관리 규정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행정사법</a:t>
            </a:r>
          </a:p>
        </p:txBody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C803C9-E8BB-4932-A3F0-60AD0F82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81AA7E9F-7977-43E3-96FA-4DE9F512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국민참여정책과</a:t>
            </a:r>
          </a:p>
        </p:txBody>
      </p:sp>
      <p:sp>
        <p:nvSpPr>
          <p:cNvPr id="4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6232CC99-7687-4018-8D28-E7C2D864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8건</a:t>
            </a:r>
          </a:p>
        </p:txBody>
      </p:sp>
      <p:sp>
        <p:nvSpPr>
          <p:cNvPr id="4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0BAE83E3-402B-4E5B-90C8-95EEC3A6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공무원 제안 규정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공무원 제안 규정 시행규칙</a:t>
            </a:r>
          </a:p>
        </p:txBody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7A9064-00FE-41F8-ABC0-DD896D50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7" name="소관법령-주석">
            <a:extLst xmlns:a="http://schemas.openxmlformats.org/drawingml/2006/main">
              <a:ext uri="{FF2B5EF4-FFF2-40B4-BE49-F238E27FC236}">
                <a16:creationId xmlns:a16="http://schemas.microsoft.com/office/drawing/2014/main" id="{80A61DAB-07BD-4581-9898-440CAE79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공동소관 법령은 담당 부서별로 중복 표기될 수 있습니다.</a:t>
            </a:r>
          </a:p>
        </p:txBody>
      </p:sp>
      <p:sp>
        <p:nvSpPr>
          <p:cNvPr id="48" name="쪽번호">
            <a:extLst xmlns:a="http://schemas.openxmlformats.org/drawingml/2006/main">
              <a:ext uri="{FF2B5EF4-FFF2-40B4-BE49-F238E27FC236}">
                <a16:creationId xmlns:a16="http://schemas.microsoft.com/office/drawing/2014/main" id="{56BCC183-8244-4C42-9426-7DF6E514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6445145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기관명">
            <a:extLst xmlns:a="http://schemas.openxmlformats.org/drawingml/2006/main">
              <a:ext uri="{FF2B5EF4-FFF2-40B4-BE49-F238E27FC236}">
                <a16:creationId xmlns:a16="http://schemas.microsoft.com/office/drawing/2014/main" id="{C4B87EB7-8117-4EFA-B737-7268AB3D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C5ED539E-D5F1-4791-961C-9B885498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부서별 소관법령 색인 (3)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85EB802E-FAB7-40A6-A8C4-0B7D534F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483F7D-0405-4535-B6B2-D96F209C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소관법령-안내">
            <a:extLst xmlns:a="http://schemas.openxmlformats.org/drawingml/2006/main">
              <a:ext uri="{FF2B5EF4-FFF2-40B4-BE49-F238E27FC236}">
                <a16:creationId xmlns:a16="http://schemas.microsoft.com/office/drawing/2014/main" id="{0F3730B9-2883-4495-A673-A0F30F58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부서별 소관법령 수와 대표 법령</a:t>
            </a:r>
          </a:p>
        </p:txBody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39E75C-D797-4BAE-9134-BD3A900F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91E95569-CFC3-4834-BB0E-C880677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재난안전점검과</a:t>
            </a:r>
          </a:p>
        </p:txBody>
      </p:sp>
      <p:sp>
        <p:nvSpPr>
          <p:cNvPr id="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EC109625-F1A0-4C05-AE33-A8F78B8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8건</a:t>
            </a:r>
          </a:p>
        </p:txBody>
      </p:sp>
      <p:sp>
        <p:nvSpPr>
          <p:cNvPr id="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89BD9170-EA3E-473D-887F-A4EED1A5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유선 및 도선 사업법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유선 및 도선 사업법 시행령</a:t>
            </a:r>
          </a:p>
        </p:txBody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F3D3A4-A7C1-4B0E-B2CC-F007F1CD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F99C874C-2ACF-4B9E-BB4C-08546E22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조직진단과</a:t>
            </a:r>
          </a:p>
        </p:txBody>
      </p:sp>
      <p:sp>
        <p:nvSpPr>
          <p:cNvPr id="1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808522A4-DD47-4556-B6D6-FC106BDD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8건</a:t>
            </a:r>
          </a:p>
        </p:txBody>
      </p:sp>
      <p:sp>
        <p:nvSpPr>
          <p:cNvPr id="1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74071CB8-6FDD-402D-BD02-3C94444B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개인정보 보호위원회 직제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과학기술정보통신부와 그 소속기관 직제</a:t>
            </a:r>
          </a:p>
        </p:txBody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57F0C4-7C85-41DE-BA36-0222AFC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A491AB8A-BA92-4E5A-9636-2371ABA1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지방세특례제도과</a:t>
            </a:r>
          </a:p>
        </p:txBody>
      </p:sp>
      <p:sp>
        <p:nvSpPr>
          <p:cNvPr id="1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80F1C69B-48EC-4A71-9E7C-559C778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8건</a:t>
            </a:r>
          </a:p>
        </p:txBody>
      </p:sp>
      <p:sp>
        <p:nvSpPr>
          <p:cNvPr id="1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55F73E12-11CD-4B13-9A40-E0020267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조세특례제한법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조세특례제한법 시행령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C06123-604B-4954-8AE2-B477EB9A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6B2676E9-FF0B-4C92-82EB-2BB9009F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자치새마을협력과</a:t>
            </a:r>
          </a:p>
        </p:txBody>
      </p:sp>
      <p:sp>
        <p:nvSpPr>
          <p:cNvPr id="2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A63DFCD3-7745-4320-AC8F-D4AB0499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7건</a:t>
            </a:r>
          </a:p>
        </p:txBody>
      </p:sp>
      <p:sp>
        <p:nvSpPr>
          <p:cNvPr id="2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279F8279-C7F8-4821-A80E-B7FC9AF8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바르게살기운동조직 육성법 시행령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바르게살기운동조직 육성법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910EC2-C45D-475D-A0CD-4AA02E7D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D5BD6139-2C2E-4E4B-BFB8-620C977C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자치행정과</a:t>
            </a:r>
          </a:p>
        </p:txBody>
      </p:sp>
      <p:sp>
        <p:nvSpPr>
          <p:cNvPr id="2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14C7A4BA-4E6D-4917-AFA8-6571099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7건</a:t>
            </a:r>
          </a:p>
        </p:txBody>
      </p:sp>
      <p:sp>
        <p:nvSpPr>
          <p:cNvPr id="2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53CBA0A7-456F-4B6F-BB47-73570737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이북5도 및 미수복 시ㆍ군의 명예시장ㆍ군수 등 위촉에 관한 규정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중앙지방협력회의의 구성 및 운영에 관한 법률</a:t>
            </a:r>
          </a:p>
        </p:txBody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A8B8E8-43F7-401B-801A-FFE7F879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579E7DD4-2D2A-4027-92A5-AA9DDD9A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재정정책과</a:t>
            </a:r>
          </a:p>
        </p:txBody>
      </p:sp>
      <p:sp>
        <p:nvSpPr>
          <p:cNvPr id="2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B17C6E3A-21A4-485B-9EFC-76EFF6F1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7건</a:t>
            </a:r>
          </a:p>
        </p:txBody>
      </p:sp>
      <p:sp>
        <p:nvSpPr>
          <p:cNvPr id="2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A4B539B9-F16F-4DAD-86E8-5E1E0365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지방자치단체 기금관리기본법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지방자치단체 기금관리기본법 시행령</a:t>
            </a:r>
          </a:p>
        </p:txBody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6CB70B-11C2-49FA-B27F-0124A359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09CAD4DC-DC2A-47F6-8542-6B206712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지방공기업정책과</a:t>
            </a:r>
          </a:p>
        </p:txBody>
      </p:sp>
      <p:sp>
        <p:nvSpPr>
          <p:cNvPr id="3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5B1F698D-2D29-4A83-9536-994F8A2A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7건</a:t>
            </a:r>
          </a:p>
        </p:txBody>
      </p:sp>
      <p:sp>
        <p:nvSpPr>
          <p:cNvPr id="3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077E9A0C-65AD-4361-8B62-F6376A6F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지방공기업법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지방공기업법 시행령</a:t>
            </a:r>
          </a:p>
        </p:txBody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4A6EE8-484E-4365-8886-6D68D27D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DC27DD6A-855F-4671-8BA1-CC7413DC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승강기정책과</a:t>
            </a:r>
          </a:p>
        </p:txBody>
      </p:sp>
      <p:sp>
        <p:nvSpPr>
          <p:cNvPr id="3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26B3D62B-C4EA-4095-AA14-54AFE83B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6건</a:t>
            </a:r>
          </a:p>
        </p:txBody>
      </p:sp>
      <p:sp>
        <p:nvSpPr>
          <p:cNvPr id="3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E1C7B2FD-E5D7-4284-92A0-800823C0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승강기산업 진흥법 시행령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승강기산업 진흥법</a:t>
            </a:r>
          </a:p>
        </p:txBody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A4D23E-060E-4E11-915A-A511036B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B1F3945A-1047-436E-B888-9224DE64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재난관리정책과</a:t>
            </a:r>
          </a:p>
        </p:txBody>
      </p:sp>
      <p:sp>
        <p:nvSpPr>
          <p:cNvPr id="4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9FF56B3C-2F4C-40BD-A5EF-352C2E0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6건</a:t>
            </a:r>
          </a:p>
        </p:txBody>
      </p:sp>
      <p:sp>
        <p:nvSpPr>
          <p:cNvPr id="4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4B29E1B9-573F-471B-A165-E25274E1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자연재해대책법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자연재해대책법 시행령</a:t>
            </a:r>
          </a:p>
        </p:txBody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17849F-6823-45DB-86C3-68AD58DF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DC8146FB-4850-4D05-970B-506C9CC4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재난보험과</a:t>
            </a:r>
          </a:p>
        </p:txBody>
      </p:sp>
      <p:sp>
        <p:nvSpPr>
          <p:cNvPr id="4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CBA309D7-0A54-4D23-AB0E-2EC648A0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6건</a:t>
            </a:r>
          </a:p>
        </p:txBody>
      </p:sp>
      <p:sp>
        <p:nvSpPr>
          <p:cNvPr id="4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17C0DF66-E26E-4C02-8D6B-3764BF70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 및 안전관리 기본법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 및 안전관리 기본법 시행규칙</a:t>
            </a:r>
          </a:p>
        </p:txBody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414DC3-4D2A-49D3-BF6F-908CA6CB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7" name="소관법령-주석">
            <a:extLst xmlns:a="http://schemas.openxmlformats.org/drawingml/2006/main">
              <a:ext uri="{FF2B5EF4-FFF2-40B4-BE49-F238E27FC236}">
                <a16:creationId xmlns:a16="http://schemas.microsoft.com/office/drawing/2014/main" id="{8259898B-541E-47F8-B9A9-624DDFD4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공동소관 법령은 담당 부서별로 중복 표기될 수 있습니다.</a:t>
            </a:r>
          </a:p>
        </p:txBody>
      </p:sp>
      <p:sp>
        <p:nvSpPr>
          <p:cNvPr id="48" name="쪽번호">
            <a:extLst xmlns:a="http://schemas.openxmlformats.org/drawingml/2006/main">
              <a:ext uri="{FF2B5EF4-FFF2-40B4-BE49-F238E27FC236}">
                <a16:creationId xmlns:a16="http://schemas.microsoft.com/office/drawing/2014/main" id="{ADC9DE96-B57C-4FD1-B027-642CCFD0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5599040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기관명">
            <a:extLst xmlns:a="http://schemas.openxmlformats.org/drawingml/2006/main">
              <a:ext uri="{FF2B5EF4-FFF2-40B4-BE49-F238E27FC236}">
                <a16:creationId xmlns:a16="http://schemas.microsoft.com/office/drawing/2014/main" id="{602D91D5-0102-421F-B60C-7DA0B8C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05543E1E-1C4F-40A0-962D-053163CA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부서별 소관법령 색인 (4)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C0EDD6F3-CC7E-44A3-A26B-B4A1D6EF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029125-98B0-46CE-9220-91E8CEE2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소관법령-안내">
            <a:extLst xmlns:a="http://schemas.openxmlformats.org/drawingml/2006/main">
              <a:ext uri="{FF2B5EF4-FFF2-40B4-BE49-F238E27FC236}">
                <a16:creationId xmlns:a16="http://schemas.microsoft.com/office/drawing/2014/main" id="{4F7F9A98-0687-4DB1-A7AB-0726B1B6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부서별 소관법령 수와 대표 법령</a:t>
            </a:r>
          </a:p>
        </p:txBody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D35456-9812-4D15-BB0E-82260779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D3DFD83F-7D49-47C6-BA45-6BA1A7FB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재난영향분석과</a:t>
            </a:r>
          </a:p>
        </p:txBody>
      </p:sp>
      <p:sp>
        <p:nvSpPr>
          <p:cNvPr id="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D83BEFFE-94EC-479A-BA3C-301CAB1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6건</a:t>
            </a:r>
          </a:p>
        </p:txBody>
      </p:sp>
      <p:sp>
        <p:nvSpPr>
          <p:cNvPr id="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38BB0EAC-E3F5-473A-B0FD-301F2CFD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자연재해대책법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자연재해대책법</a:t>
            </a:r>
          </a:p>
        </p:txBody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1CED44-AF9F-4F79-9B55-815B1F96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B29D31E1-5352-49A5-87FE-4B55DB3E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주소정보혁신과</a:t>
            </a:r>
          </a:p>
        </p:txBody>
      </p:sp>
      <p:sp>
        <p:nvSpPr>
          <p:cNvPr id="1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1F19CD0B-B581-4D8D-9173-5CC19D7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6건</a:t>
            </a:r>
          </a:p>
        </p:txBody>
      </p:sp>
      <p:sp>
        <p:nvSpPr>
          <p:cNvPr id="1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950459A6-B2D7-47DE-BFA2-1B8DFD0C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옥외광고물 등의 관리와 옥외광고산업 진흥에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옥외광고물 등의 관리와 옥외광고산업 진흥에 관한 법률 시행령</a:t>
            </a:r>
          </a:p>
        </p:txBody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A78D57-0043-40D8-816C-25D2E0A2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3FCF8C1D-7ED3-46C6-B51F-B52BEF3B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디지털보안정책과</a:t>
            </a:r>
          </a:p>
        </p:txBody>
      </p:sp>
      <p:sp>
        <p:nvSpPr>
          <p:cNvPr id="1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8722B062-9E27-402D-9C5E-E41DFF1B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5건</a:t>
            </a:r>
          </a:p>
        </p:txBody>
      </p:sp>
      <p:sp>
        <p:nvSpPr>
          <p:cNvPr id="1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BBEECC3D-AD6C-460F-AF11-AAFAE2EF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전자정부법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전자정부법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FA6B66-5E68-4548-AFDB-3DBD890A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716B5DE8-3F06-4147-AB75-95E15295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인공지능정부정책과</a:t>
            </a:r>
          </a:p>
        </p:txBody>
      </p:sp>
      <p:sp>
        <p:nvSpPr>
          <p:cNvPr id="2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489DBDB9-40DC-41C1-9764-684B1931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5건</a:t>
            </a:r>
          </a:p>
        </p:txBody>
      </p:sp>
      <p:sp>
        <p:nvSpPr>
          <p:cNvPr id="2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FDDD36B4-D347-4A58-9F06-45B1DBBA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데이터기반행정 활성화에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데이터기반행정 활성화에 관한 법률 시행령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CEB42F-3DDF-4270-B0FD-70A72CD5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22611F30-9309-478B-BA2B-14CE6A7C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재정협력과</a:t>
            </a:r>
          </a:p>
        </p:txBody>
      </p:sp>
      <p:sp>
        <p:nvSpPr>
          <p:cNvPr id="2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6BCBA63E-18C8-4A95-A810-FCD31D0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5건</a:t>
            </a:r>
          </a:p>
        </p:txBody>
      </p:sp>
      <p:sp>
        <p:nvSpPr>
          <p:cNvPr id="2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3138F43B-13DC-42CA-9E16-C87C0869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지방자치단체 보조금 관리에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지방자치단체 보조금 관리에 관한 법률 시행령</a:t>
            </a:r>
          </a:p>
        </p:txBody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624024-5808-41C7-AC70-42CF145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1B93DC36-707A-43A9-98EF-2740F783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정보공개제도과</a:t>
            </a:r>
          </a:p>
        </p:txBody>
      </p:sp>
      <p:sp>
        <p:nvSpPr>
          <p:cNvPr id="2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FBEAE645-3C70-4898-95E4-BD51061D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5건</a:t>
            </a:r>
          </a:p>
        </p:txBody>
      </p:sp>
      <p:sp>
        <p:nvSpPr>
          <p:cNvPr id="2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338ADBF3-47A1-4212-945F-6AA732E4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공공기관의 정보공개에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공공기관의 정보공개에 관한 법률 시행령</a:t>
            </a:r>
          </a:p>
        </p:txBody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FFDFD3D-617B-4C48-94A1-E1052911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B0C864AE-6DBB-4E58-A00A-7D70C807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지방공공기관관리과</a:t>
            </a:r>
          </a:p>
        </p:txBody>
      </p:sp>
      <p:sp>
        <p:nvSpPr>
          <p:cNvPr id="3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D0AD90F3-A9FB-4D92-A537-4FD96EC9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5건</a:t>
            </a:r>
          </a:p>
        </p:txBody>
      </p:sp>
      <p:sp>
        <p:nvSpPr>
          <p:cNvPr id="3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7FEFCE57-4276-47F7-846B-1511C4B9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지방공기업법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지방공기업법 시행령</a:t>
            </a:r>
          </a:p>
        </p:txBody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52C7F1-B9D4-49D2-96CB-AB0C01E8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C24DF763-ED31-432A-B1FC-6F019CD9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교부세과</a:t>
            </a:r>
          </a:p>
        </p:txBody>
      </p:sp>
      <p:sp>
        <p:nvSpPr>
          <p:cNvPr id="3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90F0E238-C37F-4C2E-9257-2393943A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4건</a:t>
            </a:r>
          </a:p>
        </p:txBody>
      </p:sp>
      <p:sp>
        <p:nvSpPr>
          <p:cNvPr id="3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D0746D46-5634-4265-B1FE-8674C1F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지방교부세법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지방교부세법 시행령</a:t>
            </a:r>
          </a:p>
        </p:txBody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40DB1F-FA97-40B1-8120-7CFF13C2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AA37EF70-D4EF-4F14-BEBC-81DE55AA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민원제도과</a:t>
            </a:r>
          </a:p>
        </p:txBody>
      </p:sp>
      <p:sp>
        <p:nvSpPr>
          <p:cNvPr id="4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947F9764-4938-4DBF-9CA1-5FDC75D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4건</a:t>
            </a:r>
          </a:p>
        </p:txBody>
      </p:sp>
      <p:sp>
        <p:nvSpPr>
          <p:cNvPr id="4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E7F9C2D1-61F1-40E9-BF27-FF5C7621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민원 처리에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민원 처리에 관한 법률 시행령</a:t>
            </a:r>
          </a:p>
        </p:txBody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082DFA-EB05-42C8-BE05-B6EDFB12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FC45F575-91D1-4B2D-B610-0FC76FD0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상훈담당관</a:t>
            </a:r>
          </a:p>
        </p:txBody>
      </p:sp>
      <p:sp>
        <p:nvSpPr>
          <p:cNvPr id="4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AF008644-29EE-44F3-A60F-4741F204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4건</a:t>
            </a:r>
          </a:p>
        </p:txBody>
      </p:sp>
      <p:sp>
        <p:nvSpPr>
          <p:cNvPr id="4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54DDBEC1-656E-4FAB-9FC9-766A6F36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모범공무원 규정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상훈법</a:t>
            </a:r>
          </a:p>
        </p:txBody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317FA4-372D-459B-A540-E7625A10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7" name="소관법령-주석">
            <a:extLst xmlns:a="http://schemas.openxmlformats.org/drawingml/2006/main">
              <a:ext uri="{FF2B5EF4-FFF2-40B4-BE49-F238E27FC236}">
                <a16:creationId xmlns:a16="http://schemas.microsoft.com/office/drawing/2014/main" id="{7730B9B9-FEE8-449F-A345-5780B7B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공동소관 법령은 담당 부서별로 중복 표기될 수 있습니다.</a:t>
            </a:r>
          </a:p>
        </p:txBody>
      </p:sp>
      <p:sp>
        <p:nvSpPr>
          <p:cNvPr id="48" name="쪽번호">
            <a:extLst xmlns:a="http://schemas.openxmlformats.org/drawingml/2006/main">
              <a:ext uri="{FF2B5EF4-FFF2-40B4-BE49-F238E27FC236}">
                <a16:creationId xmlns:a16="http://schemas.microsoft.com/office/drawing/2014/main" id="{127C5339-65A9-4A83-A130-21CDFF5A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923883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기관명">
            <a:extLst xmlns:a="http://schemas.openxmlformats.org/drawingml/2006/main">
              <a:ext uri="{FF2B5EF4-FFF2-40B4-BE49-F238E27FC236}">
                <a16:creationId xmlns:a16="http://schemas.microsoft.com/office/drawing/2014/main" id="{126BDEA3-0AC4-46C7-AD0F-EE7F7A2C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37A21D1E-491B-48A0-86F2-F7F8FD51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부서별 소관법령 색인 (5)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725EEDEE-231A-4DB2-B57D-D00DE21F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9C720E-492A-40FE-88BD-7A674175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소관법령-안내">
            <a:extLst xmlns:a="http://schemas.openxmlformats.org/drawingml/2006/main">
              <a:ext uri="{FF2B5EF4-FFF2-40B4-BE49-F238E27FC236}">
                <a16:creationId xmlns:a16="http://schemas.microsoft.com/office/drawing/2014/main" id="{3FBCA202-5AD7-4271-8395-678C016D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부서별 소관법령 수와 대표 법령</a:t>
            </a:r>
          </a:p>
        </p:txBody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252A4F-242E-4F70-B9B4-92970E25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973546B1-FD91-4452-B930-0555C114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안전정책총괄과</a:t>
            </a:r>
          </a:p>
        </p:txBody>
      </p:sp>
      <p:sp>
        <p:nvSpPr>
          <p:cNvPr id="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55E8F159-B0D8-40E9-8938-7FB1ACFA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4건</a:t>
            </a:r>
          </a:p>
        </p:txBody>
      </p:sp>
      <p:sp>
        <p:nvSpPr>
          <p:cNvPr id="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76E930FE-A209-46FF-9FE0-F47890C3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국민생명안전위원회의 설치 및 운영에 관한 규정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 및 안전관리 기본법</a:t>
            </a:r>
          </a:p>
        </p:txBody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287598-A1A7-4B02-B1B2-3B64EEAF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C6582FD0-F266-4567-B105-6B0B9720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주민자치혁신과</a:t>
            </a:r>
          </a:p>
        </p:txBody>
      </p:sp>
      <p:sp>
        <p:nvSpPr>
          <p:cNvPr id="1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2204E43C-5E73-42D7-8B47-880A8CDC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4건</a:t>
            </a:r>
          </a:p>
        </p:txBody>
      </p:sp>
      <p:sp>
        <p:nvSpPr>
          <p:cNvPr id="1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4E606399-8155-4D9B-B59F-661A183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주민소환에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주민소환에 관한 법률 시행령</a:t>
            </a:r>
          </a:p>
        </p:txBody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EFB1C3E-F45A-4287-83DF-E1FEB192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42BE2348-37EC-413D-9B97-81941B5D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지역금융지원과</a:t>
            </a:r>
          </a:p>
        </p:txBody>
      </p:sp>
      <p:sp>
        <p:nvSpPr>
          <p:cNvPr id="1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3EA40911-CC1F-47B7-BE71-458196A4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4건</a:t>
            </a:r>
          </a:p>
        </p:txBody>
      </p:sp>
      <p:sp>
        <p:nvSpPr>
          <p:cNvPr id="1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4A3187C4-605C-4453-8BB6-0BF95390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대한지방행정공제회법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새마을금고법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369D325-59BC-4A14-A411-07D82094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A68D7135-E607-4CC3-9144-34878FD4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공공데이터정책과</a:t>
            </a:r>
          </a:p>
        </p:txBody>
      </p:sp>
      <p:sp>
        <p:nvSpPr>
          <p:cNvPr id="2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CD6C49CA-DD34-477B-8C8A-61AAC7D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2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F5FCD46C-B8F6-4388-8DC9-8549001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공공데이터의 제공 및 이용 활성화에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공공데이터의 제공 및 이용 활성화에 관한 법률 시행령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35715D-F7A5-4D7C-8772-26ECFB95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4CED01F6-6754-442C-BE4F-7F196B58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공유재산정책과</a:t>
            </a:r>
          </a:p>
        </p:txBody>
      </p:sp>
      <p:sp>
        <p:nvSpPr>
          <p:cNvPr id="2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3CB31485-6355-4A95-A789-8B6E7EB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2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2A56C904-66E6-41A1-ABC4-BFC69E9D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공유재산 및 물품 관리법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공유재산 및 물품 관리법 시행령</a:t>
            </a:r>
          </a:p>
        </p:txBody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A686FE-A2CA-4483-BC45-36303E6F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EFA40967-C7FE-4446-8754-EFD8F706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민방위과</a:t>
            </a:r>
          </a:p>
        </p:txBody>
      </p:sp>
      <p:sp>
        <p:nvSpPr>
          <p:cNvPr id="2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5346DD05-EDCB-462B-828F-7E71DD6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2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CFAFCB0C-52BD-4DD7-B72D-90E10F65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민방위기본법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민방위기본법 시행령</a:t>
            </a:r>
          </a:p>
        </p:txBody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270A73-E87B-470B-A106-DB38D901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CB9C6842-FED8-4A78-8BA8-03C5D8A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민생경제지원과</a:t>
            </a:r>
          </a:p>
        </p:txBody>
      </p:sp>
      <p:sp>
        <p:nvSpPr>
          <p:cNvPr id="3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742C6749-744C-478C-9C7B-C7012AC5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3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2C9EBC41-1B4A-4B7A-BB4F-E9C359A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지역사랑상품권 이용 활성화에 관한 법률 시행규칙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지역사랑상품권 이용 활성화에 관한 법률</a:t>
            </a:r>
          </a:p>
        </p:txBody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AAD581-9CAF-45F8-9A3C-A3818F22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2F29B908-63FE-41A6-AEB4-A9A319E5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법무담당관</a:t>
            </a:r>
          </a:p>
        </p:txBody>
      </p:sp>
      <p:sp>
        <p:nvSpPr>
          <p:cNvPr id="3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8849FF93-B10F-41F7-9CC3-B2043D5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3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3CEBFBCA-D12F-409C-91D1-80890612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관보규정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국민안전처 소관 비영리법인의 설립 및 감독에 관한 규칙</a:t>
            </a:r>
          </a:p>
        </p:txBody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70E913-85D7-4924-83A5-C0444EFD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6F22BFB6-8716-4E97-9191-9030B09B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비상대비기획과</a:t>
            </a:r>
          </a:p>
        </p:txBody>
      </p:sp>
      <p:sp>
        <p:nvSpPr>
          <p:cNvPr id="4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EC888303-ACBF-4C08-AD8D-80816767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4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D08051AE-CE1E-4878-B899-34C35005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비상대비에 관한 법률 시행령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비상대비에 관한 법률</a:t>
            </a:r>
          </a:p>
        </p:txBody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4568D7-A7FF-4CEA-8129-E785D145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51A5D647-77DC-443F-A864-489B56C3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안전문화교육과</a:t>
            </a:r>
          </a:p>
        </p:txBody>
      </p:sp>
      <p:sp>
        <p:nvSpPr>
          <p:cNvPr id="4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0032D2E0-D233-4760-8EC5-C026389F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4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A0BD3357-6AB7-40AB-814E-BF8AF4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국민 안전교육 진흥 기본법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국민 안전교육 진흥 기본법 시행령</a:t>
            </a:r>
          </a:p>
        </p:txBody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1D5CB9-804C-4901-8754-4F165082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7" name="소관법령-주석">
            <a:extLst xmlns:a="http://schemas.openxmlformats.org/drawingml/2006/main">
              <a:ext uri="{FF2B5EF4-FFF2-40B4-BE49-F238E27FC236}">
                <a16:creationId xmlns:a16="http://schemas.microsoft.com/office/drawing/2014/main" id="{8C9F141E-118C-4471-8353-786528FF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공동소관 법령은 담당 부서별로 중복 표기될 수 있습니다.</a:t>
            </a:r>
          </a:p>
        </p:txBody>
      </p:sp>
      <p:sp>
        <p:nvSpPr>
          <p:cNvPr id="48" name="쪽번호">
            <a:extLst xmlns:a="http://schemas.openxmlformats.org/drawingml/2006/main">
              <a:ext uri="{FF2B5EF4-FFF2-40B4-BE49-F238E27FC236}">
                <a16:creationId xmlns:a16="http://schemas.microsoft.com/office/drawing/2014/main" id="{15231E55-B479-4904-A524-9EB2164C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9020878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기관명">
            <a:extLst xmlns:a="http://schemas.openxmlformats.org/drawingml/2006/main">
              <a:ext uri="{FF2B5EF4-FFF2-40B4-BE49-F238E27FC236}">
                <a16:creationId xmlns:a16="http://schemas.microsoft.com/office/drawing/2014/main" id="{F6E42E79-080A-4483-85F5-6765407A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AB51CECD-9AFE-4BEC-9390-9B534652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부서별 소관법령 색인 (6)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65E3A24F-9D82-4BAA-82FE-E41135B2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FB979D-A417-48AB-A2AA-A89C1CFF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소관법령-안내">
            <a:extLst xmlns:a="http://schemas.openxmlformats.org/drawingml/2006/main">
              <a:ext uri="{FF2B5EF4-FFF2-40B4-BE49-F238E27FC236}">
                <a16:creationId xmlns:a16="http://schemas.microsoft.com/office/drawing/2014/main" id="{C400CFA1-5D53-4DAC-A43A-58E8EB7F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부서별 소관법령 수와 대표 법령</a:t>
            </a:r>
          </a:p>
        </p:txBody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FF2EFB-99B7-4AE8-A5A7-84739A6D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3ACAFD86-3C93-4043-8EF3-FEE5CD3B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예방안전제도과</a:t>
            </a:r>
          </a:p>
        </p:txBody>
      </p:sp>
      <p:sp>
        <p:nvSpPr>
          <p:cNvPr id="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9F33D758-4D10-4EF6-BD89-1287F36E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BBC871C3-23C5-4292-AF35-93CAD49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재해경감을 위한 기업의 자율활동 지원에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재해경감을 위한 기업의 자율활동 지원에 관한 법률 시행규칙</a:t>
            </a:r>
          </a:p>
        </p:txBody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10470F-8EF4-4D27-807D-64B5AF79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69F2890F-86A3-45E3-8B2D-460C5E4D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재난구호과</a:t>
            </a:r>
          </a:p>
        </p:txBody>
      </p:sp>
      <p:sp>
        <p:nvSpPr>
          <p:cNvPr id="1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418134FE-244F-49FB-B342-3774D7DD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1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556D5ACD-4BFA-4ECF-BB00-AF74843A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재해구호법 시행령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재해구호법</a:t>
            </a:r>
          </a:p>
        </p:txBody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9F5B64-A4DA-49B3-85CD-644199D8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5523ED8B-C831-4ED1-8AF8-6AF749D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재난대응총괄과</a:t>
            </a:r>
          </a:p>
        </p:txBody>
      </p:sp>
      <p:sp>
        <p:nvSpPr>
          <p:cNvPr id="1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86A2ED35-BCB5-4C22-80AF-2675556B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1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CDA89D3A-8A55-4997-8EA5-B69BE17A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 및 안전관리 기본법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 및 안전관리 기본법 시행규칙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8B3BEF4-537F-4ABB-BAC6-E5C1EB07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20B8EF63-478C-4096-BBB9-C02277E5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재난대응훈련과</a:t>
            </a:r>
          </a:p>
        </p:txBody>
      </p:sp>
      <p:sp>
        <p:nvSpPr>
          <p:cNvPr id="2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37B6D573-F2BE-44AE-986D-F146F482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2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3AE81BAC-3A14-4939-A710-A523C669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 및 안전관리 기본법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 및 안전관리 기본법 시행규칙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D11C59-3AB9-4D1E-BE8D-6FC2F802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D9A976A7-7E2C-4077-B75D-1E523F60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재난안전산업과</a:t>
            </a:r>
          </a:p>
        </p:txBody>
      </p:sp>
      <p:sp>
        <p:nvSpPr>
          <p:cNvPr id="2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E63F1F87-44A9-4DF0-9994-77244CA6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2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BE0AC191-DE7F-4084-9844-79E42E46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재난안전산업 진흥법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재난안전산업 진흥법 시행령</a:t>
            </a:r>
          </a:p>
        </p:txBody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48EA88-55E1-41CD-821E-C4BF7A94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C9893EDF-AFAD-41B9-B800-D2DA6D2B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재난자원관리과</a:t>
            </a:r>
          </a:p>
        </p:txBody>
      </p:sp>
      <p:sp>
        <p:nvSpPr>
          <p:cNvPr id="2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D89CA56C-0316-4584-84D9-6AB3BEAE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2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9777859F-1B1F-4B1D-8F47-8D3F5134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재난관리자원의 관리 등에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재난관리자원의 관리 등에 관한 법률 시행규칙</a:t>
            </a:r>
          </a:p>
        </p:txBody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8FECD52-166E-49F5-BE97-9156F770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78BC1161-AE6A-4E33-BB85-2134FAEB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정책기획과</a:t>
            </a:r>
          </a:p>
        </p:txBody>
      </p:sp>
      <p:sp>
        <p:nvSpPr>
          <p:cNvPr id="3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B1C99368-D30D-46BE-A0FD-81D1CE1E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3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A0DAB41F-2D85-4D6B-855F-E592AA5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공공기록물 관리에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공공기록물 관리에 관한 법률 시행령</a:t>
            </a:r>
          </a:p>
        </p:txBody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F4E9BE-3387-45F7-A0CC-AB378CF3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65484B07-533F-4E87-9F08-152C06C6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지진방재정책과</a:t>
            </a:r>
          </a:p>
        </p:txBody>
      </p:sp>
      <p:sp>
        <p:nvSpPr>
          <p:cNvPr id="3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B9BB6CFF-17F2-4E68-A624-B0BBFBBE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3건</a:t>
            </a:r>
          </a:p>
        </p:txBody>
      </p:sp>
      <p:sp>
        <p:nvSpPr>
          <p:cNvPr id="3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B7AD011E-4376-4D64-BF28-F5B0120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지진ㆍ화산재해대책법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지진ㆍ화산재해대책법 시행령</a:t>
            </a:r>
          </a:p>
        </p:txBody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037921-0352-4679-8E99-475CA163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D6D08AA2-EB31-4466-BD49-DEC3FB2D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감사담당관</a:t>
            </a:r>
          </a:p>
        </p:txBody>
      </p:sp>
      <p:sp>
        <p:nvSpPr>
          <p:cNvPr id="4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9CA53122-A3CB-4CA4-8140-447D37A1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2건</a:t>
            </a:r>
          </a:p>
        </p:txBody>
      </p:sp>
      <p:sp>
        <p:nvSpPr>
          <p:cNvPr id="4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DBA6205D-8D7D-4018-BBB4-A935F12A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주민의 감사 청구 등의 서식에 관한 규칙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지방자치단체에 대한 행정감사규정</a:t>
            </a:r>
          </a:p>
        </p:txBody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DEA1235-9CD6-4435-840E-E036B620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89C28747-E6C4-4ACF-9C1C-F6499623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대통령기록관</a:t>
            </a:r>
          </a:p>
        </p:txBody>
      </p:sp>
      <p:sp>
        <p:nvSpPr>
          <p:cNvPr id="4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AFA5BD69-248C-48AE-A661-8A5C21A9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2건</a:t>
            </a:r>
          </a:p>
        </p:txBody>
      </p:sp>
      <p:sp>
        <p:nvSpPr>
          <p:cNvPr id="4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2DDBAC79-9040-4441-90ED-AC388B1F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대통령기록물 관리에 관한 법률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대통령기록물 관리에 관한 법률 시행령</a:t>
            </a:r>
          </a:p>
        </p:txBody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55666D-2541-4B36-A88D-75CB19EC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7" name="소관법령-주석">
            <a:extLst xmlns:a="http://schemas.openxmlformats.org/drawingml/2006/main">
              <a:ext uri="{FF2B5EF4-FFF2-40B4-BE49-F238E27FC236}">
                <a16:creationId xmlns:a16="http://schemas.microsoft.com/office/drawing/2014/main" id="{AC42DD18-EB07-4611-A98F-F43A56E7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공동소관 법령은 담당 부서별로 중복 표기될 수 있습니다.</a:t>
            </a:r>
          </a:p>
        </p:txBody>
      </p:sp>
      <p:sp>
        <p:nvSpPr>
          <p:cNvPr id="48" name="쪽번호">
            <a:extLst xmlns:a="http://schemas.openxmlformats.org/drawingml/2006/main">
              <a:ext uri="{FF2B5EF4-FFF2-40B4-BE49-F238E27FC236}">
                <a16:creationId xmlns:a16="http://schemas.microsoft.com/office/drawing/2014/main" id="{069C6FAA-2F68-408B-8D05-0AB5EC27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1317386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기관명">
            <a:extLst xmlns:a="http://schemas.openxmlformats.org/drawingml/2006/main">
              <a:ext uri="{FF2B5EF4-FFF2-40B4-BE49-F238E27FC236}">
                <a16:creationId xmlns:a16="http://schemas.microsoft.com/office/drawing/2014/main" id="{DDEAF09C-8FB7-4CA3-8E0A-039EC6E5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06C08234-4D03-4141-AA17-48E39866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부서별 소관법령 색인 (7)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2165A7BC-B038-4E59-85C0-97B81FA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AFEE2AD-929F-4A04-8315-A86914EC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소관법령-안내">
            <a:extLst xmlns:a="http://schemas.openxmlformats.org/drawingml/2006/main">
              <a:ext uri="{FF2B5EF4-FFF2-40B4-BE49-F238E27FC236}">
                <a16:creationId xmlns:a16="http://schemas.microsoft.com/office/drawing/2014/main" id="{6D3F83EC-D443-4650-B0C7-FFAE9594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부서별 소관법령 수와 대표 법령</a:t>
            </a:r>
          </a:p>
        </p:txBody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BAAAFB-C233-4751-918D-430A4884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4EE3F7F4-40F8-4E26-AA85-6867B1BD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디지털인프라혁신과</a:t>
            </a:r>
          </a:p>
        </p:txBody>
      </p:sp>
      <p:sp>
        <p:nvSpPr>
          <p:cNvPr id="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AAFF62A5-E17A-4DCA-84F0-56CE1F37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2건</a:t>
            </a:r>
          </a:p>
        </p:txBody>
      </p:sp>
      <p:sp>
        <p:nvSpPr>
          <p:cNvPr id="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A4F9808A-275A-4966-86D5-80D6C816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전자정부법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전자정부법</a:t>
            </a:r>
          </a:p>
        </p:txBody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6D7A7B-1C3C-4241-B0F4-3B0C5CC5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5E3B8695-64BE-459D-ACE1-36C1126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안전사업조정과</a:t>
            </a:r>
          </a:p>
        </p:txBody>
      </p:sp>
      <p:sp>
        <p:nvSpPr>
          <p:cNvPr id="1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C5906A01-EFE0-4901-8D44-D39AC3E5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2건</a:t>
            </a:r>
          </a:p>
        </p:txBody>
      </p:sp>
      <p:sp>
        <p:nvSpPr>
          <p:cNvPr id="1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B1E468DC-14F2-48AA-9300-B8D9BAB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소방안전교부세 교부기준 등에 관한 규칙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지방교부세법 시행령</a:t>
            </a:r>
          </a:p>
        </p:txBody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7D26D0-10B3-41B4-9961-D2BA593C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2A488679-3268-45DF-9745-969676AA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재난안전통신망과</a:t>
            </a:r>
          </a:p>
        </p:txBody>
      </p:sp>
      <p:sp>
        <p:nvSpPr>
          <p:cNvPr id="1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4DDDC9FA-D95B-4DB1-816B-33E932A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2건</a:t>
            </a:r>
          </a:p>
        </p:txBody>
      </p:sp>
      <p:sp>
        <p:nvSpPr>
          <p:cNvPr id="1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8625E541-7957-4CE4-A748-A536D6B8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재난안전통신망법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재난안전통신망법 시행령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154E58-E267-441B-A793-B13C111F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1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C8D78370-D060-4F18-824E-7BEBD398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행정정보공유과</a:t>
            </a:r>
          </a:p>
        </p:txBody>
      </p:sp>
      <p:sp>
        <p:nvSpPr>
          <p:cNvPr id="2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B75D4E98-7A80-424B-84B2-E7523F39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2건</a:t>
            </a:r>
          </a:p>
        </p:txBody>
      </p:sp>
      <p:sp>
        <p:nvSpPr>
          <p:cNvPr id="2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193D0625-7F73-42BD-B14E-4A95B8C4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전자정부법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전자정부법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55E76E-1DC0-457D-80BD-F46F39E9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4F7C172F-B5CF-4ACA-843D-E91B74B9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혁신행정담당관</a:t>
            </a:r>
          </a:p>
        </p:txBody>
      </p:sp>
      <p:sp>
        <p:nvSpPr>
          <p:cNvPr id="2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D0EA1226-C33B-4A76-B0EB-3926FD9D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2건</a:t>
            </a:r>
          </a:p>
        </p:txBody>
      </p:sp>
      <p:sp>
        <p:nvSpPr>
          <p:cNvPr id="2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E9AD64BA-5EFF-45D2-ABB5-151A00DA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행정안전부와 그 소속기관 직제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행정안전부와 그 소속기관 직제 시행규칙</a:t>
            </a:r>
          </a:p>
        </p:txBody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2E05F0-0469-49A7-887C-A0E95779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27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4841918C-E263-4CE8-8B68-B876234A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859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공공데이터분석관리과</a:t>
            </a:r>
          </a:p>
        </p:txBody>
      </p:sp>
      <p:sp>
        <p:nvSpPr>
          <p:cNvPr id="28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C5236844-A7AC-4EAC-86D8-22548018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85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1건</a:t>
            </a:r>
          </a:p>
        </p:txBody>
      </p:sp>
      <p:sp>
        <p:nvSpPr>
          <p:cNvPr id="29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3542EE06-40A7-4FD9-9E92-9139FCA9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43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전자정부법</a:t>
            </a:r>
          </a:p>
        </p:txBody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46456E-1A98-43AC-AC73-50244A96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907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1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BFDE98F3-F705-4990-9002-84DFBC7F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국민맞춤서비스과</a:t>
            </a:r>
          </a:p>
        </p:txBody>
      </p:sp>
      <p:sp>
        <p:nvSpPr>
          <p:cNvPr id="32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43E0134D-89A9-4F13-8CEA-A024FCDB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860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1건</a:t>
            </a:r>
          </a:p>
        </p:txBody>
      </p:sp>
      <p:sp>
        <p:nvSpPr>
          <p:cNvPr id="33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6FABB3CF-18F8-49B8-9373-CC12A7B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전자정부법</a:t>
            </a:r>
          </a:p>
        </p:txBody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8CB0DC-5148-4C6E-8C71-2E8C5A9F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5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2DACC719-6EEA-40BB-AEA8-4F845D5D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기본사회정책과</a:t>
            </a:r>
          </a:p>
        </p:txBody>
      </p:sp>
      <p:sp>
        <p:nvSpPr>
          <p:cNvPr id="36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7A01804B-BCBE-40DF-88C9-3CCB3B33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86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1건</a:t>
            </a:r>
          </a:p>
        </p:txBody>
      </p:sp>
      <p:sp>
        <p:nvSpPr>
          <p:cNvPr id="37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6178E0B4-0B1E-4EB6-8923-C72931F0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기본사회위원회의 설치 및 운영에 관한 규정</a:t>
            </a:r>
          </a:p>
        </p:txBody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BCDF71-64AF-412B-BB3F-2EAA9562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910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39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AAF72189-B56C-457C-89B4-B93ADA53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비상대비자원과</a:t>
            </a:r>
          </a:p>
        </p:txBody>
      </p:sp>
      <p:sp>
        <p:nvSpPr>
          <p:cNvPr id="40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772DB654-6E5F-4F33-85BA-FDF7698F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862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1건</a:t>
            </a:r>
          </a:p>
        </p:txBody>
      </p:sp>
      <p:sp>
        <p:nvSpPr>
          <p:cNvPr id="41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E0C67267-7E02-454B-9C13-F510D144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행정안전부 소관 비상대비에 관한 법률 시행규칙</a:t>
            </a:r>
          </a:p>
        </p:txBody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365770-4DCE-4BAF-B01C-FAE6AF0E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3" name="소관법령-부서">
            <a:extLst xmlns:a="http://schemas.openxmlformats.org/drawingml/2006/main">
              <a:ext uri="{FF2B5EF4-FFF2-40B4-BE49-F238E27FC236}">
                <a16:creationId xmlns:a16="http://schemas.microsoft.com/office/drawing/2014/main" id="{C17A3EDC-A53A-4698-8D6B-39CD1CCD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8640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혁신기획과</a:t>
            </a:r>
          </a:p>
        </p:txBody>
      </p:sp>
      <p:sp>
        <p:nvSpPr>
          <p:cNvPr id="44" name="소관법령-건수">
            <a:extLst xmlns:a="http://schemas.openxmlformats.org/drawingml/2006/main">
              <a:ext uri="{FF2B5EF4-FFF2-40B4-BE49-F238E27FC236}">
                <a16:creationId xmlns:a16="http://schemas.microsoft.com/office/drawing/2014/main" id="{5D4C3E29-CE73-4779-86BD-1F4A275F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86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법령 1건</a:t>
            </a:r>
          </a:p>
        </p:txBody>
      </p:sp>
      <p:sp>
        <p:nvSpPr>
          <p:cNvPr id="45" name="소관법령-대표법령">
            <a:extLst xmlns:a="http://schemas.openxmlformats.org/drawingml/2006/main">
              <a:ext uri="{FF2B5EF4-FFF2-40B4-BE49-F238E27FC236}">
                <a16:creationId xmlns:a16="http://schemas.microsoft.com/office/drawing/2014/main" id="{1DBFF984-86CA-44F0-AE7E-52B8D61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435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86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· 행정업무의 운영 및 혁신에 관한 규정</a:t>
            </a:r>
          </a:p>
        </p:txBody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C1F769-BEBB-4CA5-B9AB-AA856154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7" name="소관법령-주석">
            <a:extLst xmlns:a="http://schemas.openxmlformats.org/drawingml/2006/main">
              <a:ext uri="{FF2B5EF4-FFF2-40B4-BE49-F238E27FC236}">
                <a16:creationId xmlns:a16="http://schemas.microsoft.com/office/drawing/2014/main" id="{7ED7CA62-0767-4F3E-A87E-C31908E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공동소관 법령은 담당 부서별로 중복 표기될 수 있습니다.</a:t>
            </a:r>
          </a:p>
        </p:txBody>
      </p:sp>
      <p:sp>
        <p:nvSpPr>
          <p:cNvPr id="48" name="쪽번호">
            <a:extLst xmlns:a="http://schemas.openxmlformats.org/drawingml/2006/main">
              <a:ext uri="{FF2B5EF4-FFF2-40B4-BE49-F238E27FC236}">
                <a16:creationId xmlns:a16="http://schemas.microsoft.com/office/drawing/2014/main" id="{C72C25E2-90FF-400A-A59A-C9BFAE64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921273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2026-07-24T05:39:15.0360000Z</dcterms:created>
  <dcterms:modified xsi:type="dcterms:W3CDTF">2026-07-24T05:39:15.0360000Z</dcterms:modified>
</coreProperties>
</file>