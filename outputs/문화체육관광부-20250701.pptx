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b6a9a006de42a9" /><Relationship Type="http://schemas.openxmlformats.org/officeDocument/2006/relationships/extended-properties" Target="/docProps/app.xml" Id="R89d21fd226b1405a" /><Relationship Type="http://schemas.openxmlformats.org/officeDocument/2006/relationships/officeDocument" Target="/ppt/presentation.xml" Id="R117d33bbe08c42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690ec2666e443d"/>
  </p:sldMasterIdLst>
  <p:notesMasterIdLst>
    <p:notesMasterId xmlns:r="http://schemas.openxmlformats.org/officeDocument/2006/relationships" r:id="R22e1d4510be549db"/>
  </p:notesMasterIdLst>
  <p:sldIdLst>
    <p:sldId xmlns:r="http://schemas.openxmlformats.org/officeDocument/2006/relationships" id="256" r:id="Re3c4c33e2ce54731"/>
    <p:sldId xmlns:r="http://schemas.openxmlformats.org/officeDocument/2006/relationships" id="257" r:id="R3791f06d5b0b4257"/>
    <p:sldId xmlns:r="http://schemas.openxmlformats.org/officeDocument/2006/relationships" id="258" r:id="R45da2ec81c964c1a"/>
    <p:sldId xmlns:r="http://schemas.openxmlformats.org/officeDocument/2006/relationships" id="259" r:id="R7e1d3166ed82488c"/>
    <p:sldId xmlns:r="http://schemas.openxmlformats.org/officeDocument/2006/relationships" id="260" r:id="Rb773e42f9c704ec8"/>
    <p:sldId xmlns:r="http://schemas.openxmlformats.org/officeDocument/2006/relationships" id="261" r:id="R0cf3e6f6dd0749ff"/>
    <p:sldId xmlns:r="http://schemas.openxmlformats.org/officeDocument/2006/relationships" id="262" r:id="R21369ae3b09346ff"/>
    <p:sldId xmlns:r="http://schemas.openxmlformats.org/officeDocument/2006/relationships" id="263" r:id="R0b05580c81884963"/>
    <p:sldId xmlns:r="http://schemas.openxmlformats.org/officeDocument/2006/relationships" id="264" r:id="Re55698e6b9e1403a"/>
    <p:sldId xmlns:r="http://schemas.openxmlformats.org/officeDocument/2006/relationships" id="265" r:id="R0dcb5d289a664ac8"/>
  </p:sldIdLst>
  <p:sldSz cx="10693432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9e7388b2c4410b" /><Relationship Type="http://schemas.openxmlformats.org/officeDocument/2006/relationships/slideMaster" Target="/ppt/slideMasters/slideMaster1.xml" Id="Rbd690ec2666e443d" /><Relationship Type="http://schemas.openxmlformats.org/officeDocument/2006/relationships/notesMaster" Target="/ppt/notesMasters/notesMaster1.xml" Id="R22e1d4510be549db" /><Relationship Type="http://schemas.openxmlformats.org/officeDocument/2006/relationships/presProps" Target="/ppt/presProps.xml" Id="R454451e9d9e841d1" /><Relationship Type="http://schemas.openxmlformats.org/officeDocument/2006/relationships/tableStyles" Target="/ppt/tableStyles.xml" Id="R56695df5b16647d1" /><Relationship Type="http://schemas.openxmlformats.org/officeDocument/2006/relationships/slide" Target="/ppt/slides/slide1.xml" Id="Re3c4c33e2ce54731" /><Relationship Type="http://schemas.openxmlformats.org/officeDocument/2006/relationships/slide" Target="/ppt/slides/slide2.xml" Id="R3791f06d5b0b4257" /><Relationship Type="http://schemas.openxmlformats.org/officeDocument/2006/relationships/slide" Target="/ppt/slides/slide3.xml" Id="R45da2ec81c964c1a" /><Relationship Type="http://schemas.openxmlformats.org/officeDocument/2006/relationships/slide" Target="/ppt/slides/slide4.xml" Id="R7e1d3166ed82488c" /><Relationship Type="http://schemas.openxmlformats.org/officeDocument/2006/relationships/slide" Target="/ppt/slides/slide5.xml" Id="Rb773e42f9c704ec8" /><Relationship Type="http://schemas.openxmlformats.org/officeDocument/2006/relationships/slide" Target="/ppt/slides/slide6.xml" Id="R0cf3e6f6dd0749ff" /><Relationship Type="http://schemas.openxmlformats.org/officeDocument/2006/relationships/slide" Target="/ppt/slides/slide7.xml" Id="R21369ae3b09346ff" /><Relationship Type="http://schemas.openxmlformats.org/officeDocument/2006/relationships/slide" Target="/ppt/slides/slide8.xml" Id="R0b05580c81884963" /><Relationship Type="http://schemas.openxmlformats.org/officeDocument/2006/relationships/slide" Target="/ppt/slides/slide9.xml" Id="Re55698e6b9e1403a" /><Relationship Type="http://schemas.openxmlformats.org/officeDocument/2006/relationships/slide" Target="/ppt/slides/slide10.xml" Id="R0dcb5d289a664a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80affe41bc49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56496dbff94b0a" /><Relationship Type="http://schemas.openxmlformats.org/officeDocument/2006/relationships/notesMaster" Target="/ppt/notesMasters/notesMaster1.xml" Id="Ra1532c818bbe4a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b242c1dede44bb" /><Relationship Type="http://schemas.openxmlformats.org/officeDocument/2006/relationships/notesMaster" Target="/ppt/notesMasters/notesMaster1.xml" Id="R0b8759de89434f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cc3e482d8449fd" /><Relationship Type="http://schemas.openxmlformats.org/officeDocument/2006/relationships/notesMaster" Target="/ppt/notesMasters/notesMaster1.xml" Id="Race6edd91e074d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2545d28ce34167" /><Relationship Type="http://schemas.openxmlformats.org/officeDocument/2006/relationships/notesMaster" Target="/ppt/notesMasters/notesMaster1.xml" Id="Ra57668aba22942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f17ad836e44da7" /><Relationship Type="http://schemas.openxmlformats.org/officeDocument/2006/relationships/notesMaster" Target="/ppt/notesMasters/notesMaster1.xml" Id="R0bf2192588194c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6d5ccb26c34bd2" /><Relationship Type="http://schemas.openxmlformats.org/officeDocument/2006/relationships/notesMaster" Target="/ppt/notesMasters/notesMaster1.xml" Id="Racc7d248cebe47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d099b906c3440c" /><Relationship Type="http://schemas.openxmlformats.org/officeDocument/2006/relationships/notesMaster" Target="/ppt/notesMasters/notesMaster1.xml" Id="R6836a700020c48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9bbbc6678e4904" /><Relationship Type="http://schemas.openxmlformats.org/officeDocument/2006/relationships/notesMaster" Target="/ppt/notesMasters/notesMaster1.xml" Id="Rcd99fef67b7f42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7954fb55fb44f5" /><Relationship Type="http://schemas.openxmlformats.org/officeDocument/2006/relationships/notesMaster" Target="/ppt/notesMasters/notesMaster1.xml" Id="R90ccf479b21340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66bea0bbeb470d" /><Relationship Type="http://schemas.openxmlformats.org/officeDocument/2006/relationships/notesMaster" Target="/ppt/notesMasters/notesMaster1.xml" Id="R005303a6a66248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f915c236ad40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71c024c89e444a" /><Relationship Type="http://schemas.openxmlformats.org/officeDocument/2006/relationships/slideLayout" Target="/ppt/slideLayouts/slideLayout1.xml" Id="R38d139978eb14b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d139978eb14b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4313881c24785" /><Relationship Type="http://schemas.openxmlformats.org/officeDocument/2006/relationships/notesSlide" Target="/ppt/notesSlides/notesSlide1.xml" Id="Rf28424b142b84a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e3186ea96476e" /><Relationship Type="http://schemas.openxmlformats.org/officeDocument/2006/relationships/notesSlide" Target="/ppt/notesSlides/notesSlide2.xml" Id="R8082d802931249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93f8dae6f4d36" /><Relationship Type="http://schemas.openxmlformats.org/officeDocument/2006/relationships/notesSlide" Target="/ppt/notesSlides/notesSlide3.xml" Id="Rb558db6f326e45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74e06436941b0" /><Relationship Type="http://schemas.openxmlformats.org/officeDocument/2006/relationships/notesSlide" Target="/ppt/notesSlides/notesSlide4.xml" Id="R46995d13d8984c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edbc8c6184857" /><Relationship Type="http://schemas.openxmlformats.org/officeDocument/2006/relationships/notesSlide" Target="/ppt/notesSlides/notesSlide5.xml" Id="R8117a319402644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07a01d61043f6" /><Relationship Type="http://schemas.openxmlformats.org/officeDocument/2006/relationships/notesSlide" Target="/ppt/notesSlides/notesSlide6.xml" Id="R816f231de25b4d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6b446a3f84704" /><Relationship Type="http://schemas.openxmlformats.org/officeDocument/2006/relationships/notesSlide" Target="/ppt/notesSlides/notesSlide7.xml" Id="R58658052577e40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1163d73bb447f" /><Relationship Type="http://schemas.openxmlformats.org/officeDocument/2006/relationships/notesSlide" Target="/ppt/notesSlides/notesSlide8.xml" Id="R28b344c0f17748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99164fe18481e" /><Relationship Type="http://schemas.openxmlformats.org/officeDocument/2006/relationships/notesSlide" Target="/ppt/notesSlides/notesSlide9.xml" Id="R4c951fe80deb48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60a1122be4ebd" /><Relationship Type="http://schemas.openxmlformats.org/officeDocument/2006/relationships/notesSlide" Target="/ppt/notesSlides/notesSlide10.xml" Id="Red42aa79fdf94b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" name="기관명">
            <a:extLst xmlns:a="http://schemas.openxmlformats.org/drawingml/2006/main">
              <a:ext uri="{FF2B5EF4-FFF2-40B4-BE49-F238E27FC236}">
                <a16:creationId xmlns:a16="http://schemas.microsoft.com/office/drawing/2014/main" id="{99BD32FD-75DA-4524-99D0-27919ECD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문화체육관광부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D7F0AA23-3BAB-4FCC-894C-90BF119E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본부 기구 개요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7A9962C0-0E2D-4100-BEFA-ED3AEF61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2025.07.01.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56B6BA9-33AD-4034-8F78-CE35B2E3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C7EEEF4-0029-47C2-A768-F4FB3E98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320A6AD-273C-40A1-8DC8-3700A319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27693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B2FFF21-F406-4107-A365-F42D988F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03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1D88A49-5E90-4800-AA3B-A903D924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96F5E3F-E330-47BE-8F3A-BC8AB674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166158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F95F92F-8062-4DFC-BAE4-00B0F019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30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C7B4741-062B-42AA-94A3-A6D90124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24595AA-A307-4D52-BC17-C4EA99FD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41539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B1BECCA-AC10-435C-BAFA-630AB2C0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8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6C76F5A-CBBE-4A5B-86A1-94B3687D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402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25B728D-ED43-4710-ACC0-2453290D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744" y="4228719"/>
            <a:ext cx="13846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345E5F7-1584-4886-8B6E-74E437A4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74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DD05E4E-378D-4ADA-AF9D-884791D4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402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429A58A-707A-432B-9531-DF206E3D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402" y="4228719"/>
            <a:ext cx="1938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C4B0C1D-087E-4FE1-AC32-0A0ED86E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922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FA61EB6-6D09-47BE-A2A4-89454F1F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402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846B0C2-718E-4DA4-B70D-6C41D9D2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607" y="4228719"/>
            <a:ext cx="83079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F8C52C6-F31F-4472-83F0-A3A92F2E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60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47ED52A-6DF2-4019-88F6-ABD428EB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402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D5D8747-5987-4D10-83A7-851BB217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81" y="4228719"/>
            <a:ext cx="1938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772D2FE-BF7A-4B5B-B9B1-E4899BA0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8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AB692AA-9F3B-4B05-9DFC-6E51BC9F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402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8498854-3483-4934-8399-8C89D8C3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470" y="4228719"/>
            <a:ext cx="2769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22AF518-13F5-43C4-9153-944164BC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470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B548A86-CE84-4510-A01B-860A6A15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402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1E05F11-EA76-4484-8928-E29FB2D3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402" y="4228719"/>
            <a:ext cx="13846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4D5B8E9-268E-4EE2-9036-A1353580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05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358B324-DA2B-4A1B-86C1-23908736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402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91251D7-5127-4AD6-B525-CC8A2633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402" y="4228719"/>
            <a:ext cx="83079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740AAF5-BC06-4B2C-B528-82A95683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19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2A41EE1-CDAF-4C2A-9B3D-D72F082C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402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41977E8-437C-4FE1-8D17-FFD9DF61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402" y="4228719"/>
            <a:ext cx="2769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7CED86D-2ED2-4FC1-B06A-36999A2B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20E3797-4151-4BA2-B978-9626EC44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64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6A0384A-C571-461E-B8B3-56A00C9E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784" y="4228719"/>
            <a:ext cx="5538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554AA55-4FF3-4C04-B5D4-1416E947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78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50D1781-D5C8-4525-B61D-78831138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64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F4FB6B0-85F9-4FCB-A409-5600B7C0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647" y="4228719"/>
            <a:ext cx="5538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94F6F9C-C73E-45F8-9730-10212FF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510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E5526D4-4ED8-4228-8759-CA358D42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64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5A17CEF-7E0B-4C11-A848-13004602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64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7A57410-B741-4DAA-91BB-BD39EE09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4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E35DF06-F025-436E-8BD6-1EAE59EE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470783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4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81CE7F0-71E7-4A11-8B68-630DF61C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455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4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0E5EE19-6A3C-4674-898A-21D46D7F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03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5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8FAE43C-25AF-4007-BB72-2BC3325D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4228719"/>
            <a:ext cx="2769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5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E9479B4-4EC1-4E01-9E73-D9A48217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5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CB4A5C9-F810-4FDC-880C-15C75A0A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03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5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A2A7BFA-A319-450C-A071-08679E51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030" y="4228719"/>
            <a:ext cx="2769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5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BF84C4C-43F7-46A9-B258-093115FC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962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5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B263CC6-8505-4013-AD83-41E0D4FA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30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5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6D24552-FBDC-454A-930C-6015E8A3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373" y="4228719"/>
            <a:ext cx="2769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5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74DE6C2-3876-4DF2-8D7B-A0332709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373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5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FB2320A-F781-4524-8B89-E438EE80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528F48E-9137-4466-8075-D54E12E0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402" y="2237994"/>
            <a:ext cx="27693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E483F3C-B238-4910-8F96-9627595E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40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1AC0480-E031-4A42-A3B9-610B40D1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4792A01-E70D-49AB-AE8D-55FAA9E9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2769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B32D1AE-FAFF-4CE5-AB70-3F7827C9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64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2B6F101-B500-4F72-8BE3-BD58DF06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dash"/>
          </a:ln>
        </p:spPr>
      </p:sp>
      <p:sp>
        <p:nvSpPr>
          <p:cNvPr id="6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C948FB1-3041-4A3C-96B0-ADA97652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360010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dash"/>
          </a:ln>
        </p:spPr>
      </p:sp>
      <p:sp>
        <p:nvSpPr>
          <p:cNvPr id="6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6C88A5E-7A84-43C1-9408-4889D5F6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682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dash"/>
          </a:ln>
        </p:spPr>
      </p:sp>
      <p:sp>
        <p:nvSpPr>
          <p:cNvPr id="67" name="조직-n-6d736a60">
            <a:extLst xmlns:a="http://schemas.openxmlformats.org/drawingml/2006/main">
              <a:ext uri="{FF2B5EF4-FFF2-40B4-BE49-F238E27FC236}">
                <a16:creationId xmlns:a16="http://schemas.microsoft.com/office/drawing/2014/main" id="{4E8DA4D4-7198-4AB6-B0AC-A0340DB8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801" y="1123950"/>
            <a:ext cx="9258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AEC6F0"/>
          </a:solidFill>
          <a:ln xmlns:a="http://schemas.openxmlformats.org/drawingml/2006/main" w="10954">
            <a:solidFill>
              <a:srgbClr val="00004E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장관</a:t>
            </a:r>
          </a:p>
        </p:txBody>
      </p:sp>
      <p:sp>
        <p:nvSpPr>
          <p:cNvPr id="68" name="조직-n-c74d22a6">
            <a:extLst xmlns:a="http://schemas.openxmlformats.org/drawingml/2006/main">
              <a:ext uri="{FF2B5EF4-FFF2-40B4-BE49-F238E27FC236}">
                <a16:creationId xmlns:a16="http://schemas.microsoft.com/office/drawing/2014/main" id="{C53D1F38-8655-4382-8D80-0131376A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672" y="3114675"/>
            <a:ext cx="101346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AEC6F0"/>
          </a:solidFill>
          <a:ln xmlns:a="http://schemas.openxmlformats.org/drawingml/2006/main" w="10954">
            <a:solidFill>
              <a:srgbClr val="00004E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제1차관</a:t>
            </a:r>
          </a:p>
        </p:txBody>
      </p:sp>
      <p:sp>
        <p:nvSpPr>
          <p:cNvPr id="69" name="조직-n-6c29db4d">
            <a:extLst xmlns:a="http://schemas.openxmlformats.org/drawingml/2006/main">
              <a:ext uri="{FF2B5EF4-FFF2-40B4-BE49-F238E27FC236}">
                <a16:creationId xmlns:a16="http://schemas.microsoft.com/office/drawing/2014/main" id="{DD646383-84E1-4FE7-9289-628FB85F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81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9979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70" name="조직-n-7da5dac3">
            <a:extLst xmlns:a="http://schemas.openxmlformats.org/drawingml/2006/main">
              <a:ext uri="{FF2B5EF4-FFF2-40B4-BE49-F238E27FC236}">
                <a16:creationId xmlns:a16="http://schemas.microsoft.com/office/drawing/2014/main" id="{F6F21276-4973-4B49-A78D-A44BE76F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344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71" name="조직-n-39f20985">
            <a:extLst xmlns:a="http://schemas.openxmlformats.org/drawingml/2006/main">
              <a:ext uri="{FF2B5EF4-FFF2-40B4-BE49-F238E27FC236}">
                <a16:creationId xmlns:a16="http://schemas.microsoft.com/office/drawing/2014/main" id="{032ED253-F0E1-4563-85A5-9BDCF89F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207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72" name="조직-n-212e3468">
            <a:extLst xmlns:a="http://schemas.openxmlformats.org/drawingml/2006/main">
              <a:ext uri="{FF2B5EF4-FFF2-40B4-BE49-F238E27FC236}">
                <a16:creationId xmlns:a16="http://schemas.microsoft.com/office/drawing/2014/main" id="{B7A6C72B-995A-43CC-82DC-90E1C8D9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070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73" name="조직-n-f0a833ac">
            <a:extLst xmlns:a="http://schemas.openxmlformats.org/drawingml/2006/main">
              <a:ext uri="{FF2B5EF4-FFF2-40B4-BE49-F238E27FC236}">
                <a16:creationId xmlns:a16="http://schemas.microsoft.com/office/drawing/2014/main" id="{966A3CE9-A16F-4696-9A48-716C6B1F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933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74" name="조직-n-1af5b4cd">
            <a:extLst xmlns:a="http://schemas.openxmlformats.org/drawingml/2006/main">
              <a:ext uri="{FF2B5EF4-FFF2-40B4-BE49-F238E27FC236}">
                <a16:creationId xmlns:a16="http://schemas.microsoft.com/office/drawing/2014/main" id="{2F19CF9B-1805-4A07-96BA-BD2F9316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796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75" name="조직-n-fa63fa74">
            <a:extLst xmlns:a="http://schemas.openxmlformats.org/drawingml/2006/main">
              <a:ext uri="{FF2B5EF4-FFF2-40B4-BE49-F238E27FC236}">
                <a16:creationId xmlns:a16="http://schemas.microsoft.com/office/drawing/2014/main" id="{62EC4D99-5C13-474C-9314-662208F1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659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76" name="조직-n-0fe8378e">
            <a:extLst xmlns:a="http://schemas.openxmlformats.org/drawingml/2006/main">
              <a:ext uri="{FF2B5EF4-FFF2-40B4-BE49-F238E27FC236}">
                <a16:creationId xmlns:a16="http://schemas.microsoft.com/office/drawing/2014/main" id="{D24B087B-1730-4CD8-A08D-2C0EB794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3522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7" name="조직-n-8a775f5b">
            <a:extLst xmlns:a="http://schemas.openxmlformats.org/drawingml/2006/main">
              <a:ext uri="{FF2B5EF4-FFF2-40B4-BE49-F238E27FC236}">
                <a16:creationId xmlns:a16="http://schemas.microsoft.com/office/drawing/2014/main" id="{0C867680-357C-4B0A-86C7-670BA110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917" y="3114675"/>
            <a:ext cx="101346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AEC6F0"/>
          </a:solidFill>
          <a:ln xmlns:a="http://schemas.openxmlformats.org/drawingml/2006/main" w="10954">
            <a:solidFill>
              <a:srgbClr val="00004E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제2차관</a:t>
            </a:r>
          </a:p>
        </p:txBody>
      </p:sp>
      <p:sp>
        <p:nvSpPr>
          <p:cNvPr id="78" name="조직-n-9de6ef91">
            <a:extLst xmlns:a="http://schemas.openxmlformats.org/drawingml/2006/main">
              <a:ext uri="{FF2B5EF4-FFF2-40B4-BE49-F238E27FC236}">
                <a16:creationId xmlns:a16="http://schemas.microsoft.com/office/drawing/2014/main" id="{FC9FFCCF-0319-443A-8C12-B1183237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7384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79" name="조직-n-df69842f">
            <a:extLst xmlns:a="http://schemas.openxmlformats.org/drawingml/2006/main">
              <a:ext uri="{FF2B5EF4-FFF2-40B4-BE49-F238E27FC236}">
                <a16:creationId xmlns:a16="http://schemas.microsoft.com/office/drawing/2014/main" id="{EFD722F0-A620-485F-BBCA-3B3B6D5B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1247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80" name="조직-n-c0c54651">
            <a:extLst xmlns:a="http://schemas.openxmlformats.org/drawingml/2006/main">
              <a:ext uri="{FF2B5EF4-FFF2-40B4-BE49-F238E27FC236}">
                <a16:creationId xmlns:a16="http://schemas.microsoft.com/office/drawing/2014/main" id="{7A5AABFC-5180-4EDB-AA81-18BF74AD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110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육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81" name="조직-n-7ce28e1b">
            <a:extLst xmlns:a="http://schemas.openxmlformats.org/drawingml/2006/main">
              <a:ext uri="{FF2B5EF4-FFF2-40B4-BE49-F238E27FC236}">
                <a16:creationId xmlns:a16="http://schemas.microsoft.com/office/drawing/2014/main" id="{35C7A43B-8078-418B-833C-BB3A4BF8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291" y="3114675"/>
            <a:ext cx="864026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감사관 (나)</a:t>
            </a:r>
          </a:p>
        </p:txBody>
      </p:sp>
      <p:sp>
        <p:nvSpPr>
          <p:cNvPr id="82" name="조직-n-0b1f935e">
            <a:extLst xmlns:a="http://schemas.openxmlformats.org/drawingml/2006/main">
              <a:ext uri="{FF2B5EF4-FFF2-40B4-BE49-F238E27FC236}">
                <a16:creationId xmlns:a16="http://schemas.microsoft.com/office/drawing/2014/main" id="{942557A2-2864-4D61-B0CA-72D3A05E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973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83" name="조직-n-e618142f">
            <a:extLst xmlns:a="http://schemas.openxmlformats.org/drawingml/2006/main">
              <a:ext uri="{FF2B5EF4-FFF2-40B4-BE49-F238E27FC236}">
                <a16:creationId xmlns:a16="http://schemas.microsoft.com/office/drawing/2014/main" id="{171F4628-0270-47D9-9677-E4F41A52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017" y="3114675"/>
            <a:ext cx="864026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대변인 (나)</a:t>
            </a:r>
          </a:p>
        </p:txBody>
      </p:sp>
      <p:sp>
        <p:nvSpPr>
          <p:cNvPr id="84" name="조직-n-67f14651">
            <a:extLst xmlns:a="http://schemas.openxmlformats.org/drawingml/2006/main">
              <a:ext uri="{FF2B5EF4-FFF2-40B4-BE49-F238E27FC236}">
                <a16:creationId xmlns:a16="http://schemas.microsoft.com/office/drawing/2014/main" id="{5F2D6907-6D7E-4D74-A132-B3C89D6D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99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85" name="조직-n-ad88cef8">
            <a:extLst xmlns:a="http://schemas.openxmlformats.org/drawingml/2006/main">
              <a:ext uri="{FF2B5EF4-FFF2-40B4-BE49-F238E27FC236}">
                <a16:creationId xmlns:a16="http://schemas.microsoft.com/office/drawing/2014/main" id="{8E8D5B13-AD84-4087-A868-10296435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562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86" name="조직-n-2f3074bc">
            <a:extLst xmlns:a="http://schemas.openxmlformats.org/drawingml/2006/main">
              <a:ext uri="{FF2B5EF4-FFF2-40B4-BE49-F238E27FC236}">
                <a16:creationId xmlns:a16="http://schemas.microsoft.com/office/drawing/2014/main" id="{4CD14996-1ED8-4A21-A9F4-E2C234DB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4425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DDF4D7"/>
          </a:solidFill>
          <a:ln xmlns:a="http://schemas.openxmlformats.org/drawingml/2006/main" w="10954">
            <a:solidFill>
              <a:srgbClr val="2F8F2F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7631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옛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남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단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87" name="조직-n-a4fafae2">
            <a:extLst xmlns:a="http://schemas.openxmlformats.org/drawingml/2006/main">
              <a:ext uri="{FF2B5EF4-FFF2-40B4-BE49-F238E27FC236}">
                <a16:creationId xmlns:a16="http://schemas.microsoft.com/office/drawing/2014/main" id="{3084FAD8-776F-4072-AC6E-71AEBD22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8287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88" name="조직-n-98908cd3">
            <a:extLst xmlns:a="http://schemas.openxmlformats.org/drawingml/2006/main">
              <a:ext uri="{FF2B5EF4-FFF2-40B4-BE49-F238E27FC236}">
                <a16:creationId xmlns:a16="http://schemas.microsoft.com/office/drawing/2014/main" id="{0DA486FC-7019-42E3-A445-D2027527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150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차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8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BC8D803-AB9F-4C82-A791-3DAD0B44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90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91EAC39E-4463-448C-8FCB-ACBBCC99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9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6B2B622-C667-4CF7-B122-2F3BAB9D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92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EFDCD153-26A3-476E-A17D-00B70D7F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93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CCD5FCC5-77C7-4DC0-907B-8F005775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4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4318AD43-ECD5-46EB-B6AC-CAE21B11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95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E883DF47-798A-47D1-967A-9AB5C46D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(임) 임기제  (책) 책임운영  (총) 총액  (자) 자율  (평) 평가  (한) 한시</a:t>
            </a:r>
          </a:p>
        </p:txBody>
      </p:sp>
      <p:sp>
        <p:nvSpPr>
          <p:cNvPr id="96" name="쪽번호">
            <a:extLst xmlns:a="http://schemas.openxmlformats.org/drawingml/2006/main">
              <a:ext uri="{FF2B5EF4-FFF2-40B4-BE49-F238E27FC236}">
                <a16:creationId xmlns:a16="http://schemas.microsoft.com/office/drawing/2014/main" id="{F00547F0-77DE-4CC2-9737-ED9DA150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 / 10</a:t>
            </a:r>
          </a:p>
        </p:txBody>
      </p:sp>
    </p:spTree>
    <p:extLst>
      <p:ext uri="{BB962C8B-B14F-4D97-AF65-F5344CB8AC3E}">
        <p14:creationId xmlns:p14="http://schemas.microsoft.com/office/powerpoint/2010/main" val="1163591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6" name="기관명">
            <a:extLst xmlns:a="http://schemas.openxmlformats.org/drawingml/2006/main">
              <a:ext uri="{FF2B5EF4-FFF2-40B4-BE49-F238E27FC236}">
                <a16:creationId xmlns:a16="http://schemas.microsoft.com/office/drawing/2014/main" id="{B3046903-DF6E-4DB6-BFB3-09FDA621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문화체육관광부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BF1FD49A-EDBA-4FCC-B11A-8478A345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본부 하부조직 (1)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8E96033B-D1BD-4B68-A525-24CC950A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2025.07.01.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D95712D-A4ED-44C0-8CFE-141A5C0D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050E819-94B1-4D5A-B5FB-BACB502A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46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dash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721D8FF-725E-46ED-82E5-E8504F3C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46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dash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8B08141-4729-4F52-AB92-A4D4DDDB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28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22D3C1F-3DCE-43CE-9533-3622A2DB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288" y="2237994"/>
            <a:ext cx="6042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95C350E-561E-47B7-8E25-D4632526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50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77A44C0-04C3-4FF0-94A5-AC41A22D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28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A2A2F4A-1A38-4468-9A00-B35D0E48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6181" y="2237994"/>
            <a:ext cx="3021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A6920F7-D951-4F20-9D03-F0C47A5E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618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F46F107-1753-4474-BB0E-48602A54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28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6E18C15-42D8-410E-ACAD-8A1CC119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074" y="2237994"/>
            <a:ext cx="6042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2BA4A5A-859D-490D-B9FB-6C269820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07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2493735-226A-48ED-8BAA-9A147856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28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E83255B-B93A-4B9F-BC15-71685A12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288" y="2237994"/>
            <a:ext cx="3021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B7D3156-3115-48C6-BC71-B8B6B56A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039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B625703-8181-4108-8445-E835B53E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28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F5A8C10-013A-4776-9182-4D2FABC1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967" y="2237994"/>
            <a:ext cx="9063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B09131D-74A3-4B36-8AE0-2463C7F9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96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48E9A7E-A961-439C-9927-BB1A0876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28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F4858AC-754F-4552-A6AD-B7BC4E7C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288" y="2237994"/>
            <a:ext cx="9063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B77C957-E4ED-43CD-887C-ECA175FF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60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CFC5A70-2952-49CE-8598-F7D3E23C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288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B580E42-5650-406E-B787-A6A0E99D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288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5E0C1EF-6465-4110-B9C1-1B14C045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46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2318E51-677E-4CFF-B22D-7C211AC1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823" y="2237994"/>
            <a:ext cx="181264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7082076-F53F-4E3D-A796-7321F6D8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82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8E96A05-5A37-42B6-A69A-F4885ADC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46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E916D57-53C0-4E44-82A8-1DA5E607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0930" y="2237994"/>
            <a:ext cx="15105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548EA6B-2CB3-4010-8995-BBA907B2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093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C1CB265-76E4-48FA-AF46-A3C8B38A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46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D878075-6B15-4A42-95D6-A41670F6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037" y="2237994"/>
            <a:ext cx="12084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2819AD9-0B22-48EB-BCE3-AAFBEEF2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03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F9D9F37-753F-46F3-A15D-274F56D3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46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E2951FB-8371-478A-AF8E-5402CA94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465" y="2237994"/>
            <a:ext cx="6042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41A88D4-2D43-4B31-BFD4-44220043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67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6BF6C3D-6E16-4A37-B70F-F80B3926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46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B4EA18D-570B-491E-8FDA-357A181C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251" y="2237994"/>
            <a:ext cx="6042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07AC4CB-E41C-4364-A9AB-18C89B26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25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965D0D3-E5BF-474C-8F93-86B114F9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46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4D3E938-0606-4083-9D04-C0DBB9C6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465" y="2237994"/>
            <a:ext cx="181264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4D7B026-1EBB-4BEE-AC28-C3546C63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410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C6BA00D-D650-4568-88CD-92B7EDC5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46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037BA8C-A230-44AC-873E-3A3FBE9C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465" y="2237994"/>
            <a:ext cx="3021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063F52E-4770-4D0F-A55B-E3465393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57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A3619C1-99EE-4181-BF76-2CE51974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46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5D173BD-8002-456B-99D8-2C96687D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465" y="2237994"/>
            <a:ext cx="15105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F27AE31-A745-4445-AD4F-914FAB70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00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3C542CF-9B7B-4120-AD8D-C6EDB527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46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4E4CD59-972D-4096-9CB5-F8F1D3F3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44" y="2237994"/>
            <a:ext cx="9063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D6FBFCB-BBB2-4E50-9132-4DA96D49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4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1454689-8900-495B-B921-930C9B07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46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75668A1-B018-4DA3-8865-BCB5B823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465" y="2237994"/>
            <a:ext cx="9063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40389B1-4A56-407F-BE1B-B8C7EFA7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78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3E437CB-8303-4293-BF0D-C6FD235F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46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3F602DF-64F5-4F10-AAB8-47C4491F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465" y="2237994"/>
            <a:ext cx="12084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04CAD12-5041-4767-B152-691A9C70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989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FC1AF26-DB6F-4FB8-B13D-943EAAD5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46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9AC69B4-5DEA-4837-93AD-5A35F983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465" y="2237994"/>
            <a:ext cx="211474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1CA45DF-8A22-4925-98CF-F7DFFF21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21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0DC87E4-C71A-4889-BAF5-0084D113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46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3CE9807-6EFA-466E-899E-DE0B8A69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358" y="2237994"/>
            <a:ext cx="3021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9F958C1-201F-406C-A0EB-08C6C376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358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C952640-0E5C-4275-A825-0AB8C207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46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5A6776E-E410-469F-BCA7-67D3767D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211474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7D8005E-F401-4D3C-8854-EBDA18F5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DDD5AFE-2A71-47E1-8590-6A2256E3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3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7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75B67CE-C067-40C8-AAA6-514F2B5E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04" y="2237994"/>
            <a:ext cx="12084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7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923D62B-7A75-4F04-91FD-AC85B780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0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7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4A609E0-5F5F-4915-AC9E-6DF3245D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3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7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42B8F71-5D07-491C-8736-0ABC247C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11" y="2237994"/>
            <a:ext cx="9063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7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EF7F4C0-1C39-4A97-8281-4F6305F4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1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7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E351715-D559-42C9-AB2C-139EB6BF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3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CF9DB59-1920-4057-BB1F-A0E152B9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325" y="2237994"/>
            <a:ext cx="3021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1D193ED-8CFA-41F4-B6B8-1799AFFC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32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3837D5B-7DC3-43F7-AAF8-D49A098C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3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44F5D94-F643-44CA-A937-D0E2C2FF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3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998F2B5-5644-42E7-A192-5E496B6C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3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4D3D762-FF9C-415E-8AD3-CCF97512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18" y="2237994"/>
            <a:ext cx="6042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2AF91AD-CD9F-4FC6-A39A-3721A818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18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3B8B91C-ED29-467C-BCC7-0A3C48A3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3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6A48999-DA1F-4208-862F-75C35767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32" y="2237994"/>
            <a:ext cx="9063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39E7CEB-6864-4143-9195-8905ECAE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75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97ECAB7-CCE2-49A1-B4B5-D348D033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3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3F3571C-744F-40BD-81BC-91749731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32" y="2237994"/>
            <a:ext cx="12084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3553E2C-B243-47A9-AA40-AD908802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6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341FFE3-BD9A-4D16-9A18-587D6F59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3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DEF760D-9B9E-4EC4-A47E-80C6DC86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32" y="2237994"/>
            <a:ext cx="6042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65B79FB-B254-4CEB-AC48-CCCC84FA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64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702243E-8C74-4C28-A632-86873069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3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481A1EA-46C3-47BC-9AD7-2363D1DF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32" y="2237994"/>
            <a:ext cx="3021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3914F97-6FDE-4709-BE06-7CC82E86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53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3F9DEE3-2BAA-468B-B0DD-1E087C81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37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9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2475D9C-5108-44FA-ADBF-95B31962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8321" y="2237994"/>
            <a:ext cx="1510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9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0A5DC6A-A2F5-48F4-9C65-F5F72C77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832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9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F4819F2-A546-498A-8DC6-75B6FEEA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37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9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F6FB03A-EF80-4043-ABC4-839B85AF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375" y="2237994"/>
            <a:ext cx="1510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0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F7CAB36-07FA-4847-8661-0EF4C753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0428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01" name="조직-n-6c29db4d">
            <a:extLst xmlns:a="http://schemas.openxmlformats.org/drawingml/2006/main">
              <a:ext uri="{FF2B5EF4-FFF2-40B4-BE49-F238E27FC236}">
                <a16:creationId xmlns:a16="http://schemas.microsoft.com/office/drawing/2014/main" id="{75662CD2-1111-4C9D-AB8E-F121E0A8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164" y="1123950"/>
            <a:ext cx="123253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9934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국제문화홍보정책실 (가)</a:t>
            </a:r>
          </a:p>
        </p:txBody>
      </p:sp>
      <p:sp>
        <p:nvSpPr>
          <p:cNvPr id="102" name="조직-n-68453162">
            <a:extLst xmlns:a="http://schemas.openxmlformats.org/drawingml/2006/main">
              <a:ext uri="{FF2B5EF4-FFF2-40B4-BE49-F238E27FC236}">
                <a16:creationId xmlns:a16="http://schemas.microsoft.com/office/drawing/2014/main" id="{1BB236EA-154D-4A41-A61F-3B2A59CC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04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03" name="조직-n-d08a208a">
            <a:extLst xmlns:a="http://schemas.openxmlformats.org/drawingml/2006/main">
              <a:ext uri="{FF2B5EF4-FFF2-40B4-BE49-F238E27FC236}">
                <a16:creationId xmlns:a16="http://schemas.microsoft.com/office/drawing/2014/main" id="{88931B04-83D2-4D45-A837-2759881B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11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04" name="조직-n-e6a03b45">
            <a:extLst xmlns:a="http://schemas.openxmlformats.org/drawingml/2006/main">
              <a:ext uri="{FF2B5EF4-FFF2-40B4-BE49-F238E27FC236}">
                <a16:creationId xmlns:a16="http://schemas.microsoft.com/office/drawing/2014/main" id="{4FBAF719-A37F-4658-B729-1DC48865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18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5" name="조직-n-bc47489e">
            <a:extLst xmlns:a="http://schemas.openxmlformats.org/drawingml/2006/main">
              <a:ext uri="{FF2B5EF4-FFF2-40B4-BE49-F238E27FC236}">
                <a16:creationId xmlns:a16="http://schemas.microsoft.com/office/drawing/2014/main" id="{A3389538-D79E-452C-982A-34759A64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025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6" name="조직-n-7a400659">
            <a:extLst xmlns:a="http://schemas.openxmlformats.org/drawingml/2006/main">
              <a:ext uri="{FF2B5EF4-FFF2-40B4-BE49-F238E27FC236}">
                <a16:creationId xmlns:a16="http://schemas.microsoft.com/office/drawing/2014/main" id="{F54F1758-5062-4F06-8741-C77C1A30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132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7" name="조직-n-f69e50e2">
            <a:extLst xmlns:a="http://schemas.openxmlformats.org/drawingml/2006/main">
              <a:ext uri="{FF2B5EF4-FFF2-40B4-BE49-F238E27FC236}">
                <a16:creationId xmlns:a16="http://schemas.microsoft.com/office/drawing/2014/main" id="{921911A7-413D-49AC-89EA-8426C418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239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108" name="조직-n-5c4c1d37">
            <a:extLst xmlns:a="http://schemas.openxmlformats.org/drawingml/2006/main">
              <a:ext uri="{FF2B5EF4-FFF2-40B4-BE49-F238E27FC236}">
                <a16:creationId xmlns:a16="http://schemas.microsoft.com/office/drawing/2014/main" id="{4A06EB02-E472-43F0-84A8-85555F12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1346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9" name="조직-n-78ed4fd1">
            <a:extLst xmlns:a="http://schemas.openxmlformats.org/drawingml/2006/main">
              <a:ext uri="{FF2B5EF4-FFF2-40B4-BE49-F238E27FC236}">
                <a16:creationId xmlns:a16="http://schemas.microsoft.com/office/drawing/2014/main" id="{3E8E1E08-F85A-496D-B46E-B27C66C5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453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0" name="조직-n-9414f65c">
            <a:extLst xmlns:a="http://schemas.openxmlformats.org/drawingml/2006/main">
              <a:ext uri="{FF2B5EF4-FFF2-40B4-BE49-F238E27FC236}">
                <a16:creationId xmlns:a16="http://schemas.microsoft.com/office/drawing/2014/main" id="{15C13F51-1E1F-44DF-9384-34087DD7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560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1" name="조직-n-7da5dac3">
            <a:extLst xmlns:a="http://schemas.openxmlformats.org/drawingml/2006/main">
              <a:ext uri="{FF2B5EF4-FFF2-40B4-BE49-F238E27FC236}">
                <a16:creationId xmlns:a16="http://schemas.microsoft.com/office/drawing/2014/main" id="{95DA1462-D801-4784-96AE-9ECB7567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650" y="1123950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기획조정실 (가)</a:t>
            </a:r>
          </a:p>
        </p:txBody>
      </p:sp>
      <p:sp>
        <p:nvSpPr>
          <p:cNvPr id="112" name="조직-n-dadc7298">
            <a:extLst xmlns:a="http://schemas.openxmlformats.org/drawingml/2006/main">
              <a:ext uri="{FF2B5EF4-FFF2-40B4-BE49-F238E27FC236}">
                <a16:creationId xmlns:a16="http://schemas.microsoft.com/office/drawing/2014/main" id="{183B9217-1161-4855-892B-25533722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667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13" name="조직-n-2e69f5e8">
            <a:extLst xmlns:a="http://schemas.openxmlformats.org/drawingml/2006/main">
              <a:ext uri="{FF2B5EF4-FFF2-40B4-BE49-F238E27FC236}">
                <a16:creationId xmlns:a16="http://schemas.microsoft.com/office/drawing/2014/main" id="{1A686C75-2381-4D0D-A62D-4FC0F15B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774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14" name="조직-n-d35fd50b">
            <a:extLst xmlns:a="http://schemas.openxmlformats.org/drawingml/2006/main">
              <a:ext uri="{FF2B5EF4-FFF2-40B4-BE49-F238E27FC236}">
                <a16:creationId xmlns:a16="http://schemas.microsoft.com/office/drawing/2014/main" id="{33AED593-6431-4EE3-B98C-98DA9A07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881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926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15" name="조직-n-924ddcb4">
            <a:extLst xmlns:a="http://schemas.openxmlformats.org/drawingml/2006/main">
              <a:ext uri="{FF2B5EF4-FFF2-40B4-BE49-F238E27FC236}">
                <a16:creationId xmlns:a16="http://schemas.microsoft.com/office/drawing/2014/main" id="{15B52D9D-3935-4780-93D3-CF592723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988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성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등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16" name="조직-n-6659eaab">
            <a:extLst xmlns:a="http://schemas.openxmlformats.org/drawingml/2006/main">
              <a:ext uri="{FF2B5EF4-FFF2-40B4-BE49-F238E27FC236}">
                <a16:creationId xmlns:a16="http://schemas.microsoft.com/office/drawing/2014/main" id="{E148A5BB-2CB7-4CE6-B8E9-0A6A005A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6095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17" name="조직-n-f1907300">
            <a:extLst xmlns:a="http://schemas.openxmlformats.org/drawingml/2006/main">
              <a:ext uri="{FF2B5EF4-FFF2-40B4-BE49-F238E27FC236}">
                <a16:creationId xmlns:a16="http://schemas.microsoft.com/office/drawing/2014/main" id="{5DC8B0BF-9C2A-4A02-B205-6F2458A4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8202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18" name="조직-n-745b6826">
            <a:extLst xmlns:a="http://schemas.openxmlformats.org/drawingml/2006/main">
              <a:ext uri="{FF2B5EF4-FFF2-40B4-BE49-F238E27FC236}">
                <a16:creationId xmlns:a16="http://schemas.microsoft.com/office/drawing/2014/main" id="{5E6A81F4-65AC-4A20-985E-3A48FE6D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0309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19" name="조직-n-39f20985">
            <a:extLst xmlns:a="http://schemas.openxmlformats.org/drawingml/2006/main">
              <a:ext uri="{FF2B5EF4-FFF2-40B4-BE49-F238E27FC236}">
                <a16:creationId xmlns:a16="http://schemas.microsoft.com/office/drawing/2014/main" id="{6B9237C1-0155-4854-8744-E3F7FE89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013" y="1123950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문화예술정책실 (가)</a:t>
            </a:r>
          </a:p>
        </p:txBody>
      </p:sp>
      <p:sp>
        <p:nvSpPr>
          <p:cNvPr id="120" name="조직-n-94e04e5e">
            <a:extLst xmlns:a="http://schemas.openxmlformats.org/drawingml/2006/main">
              <a:ext uri="{FF2B5EF4-FFF2-40B4-BE49-F238E27FC236}">
                <a16:creationId xmlns:a16="http://schemas.microsoft.com/office/drawing/2014/main" id="{3C495E52-31CB-450E-90C0-680848C6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416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단</a:t>
            </a:r>
          </a:p>
        </p:txBody>
      </p:sp>
      <p:sp>
        <p:nvSpPr>
          <p:cNvPr id="121" name="조직-n-ae0468d9">
            <a:extLst xmlns:a="http://schemas.openxmlformats.org/drawingml/2006/main">
              <a:ext uri="{FF2B5EF4-FFF2-40B4-BE49-F238E27FC236}">
                <a16:creationId xmlns:a16="http://schemas.microsoft.com/office/drawing/2014/main" id="{2EDA8863-717D-4626-8683-DA5DEE83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523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22" name="조직-n-aa8ab3ad">
            <a:extLst xmlns:a="http://schemas.openxmlformats.org/drawingml/2006/main">
              <a:ext uri="{FF2B5EF4-FFF2-40B4-BE49-F238E27FC236}">
                <a16:creationId xmlns:a16="http://schemas.microsoft.com/office/drawing/2014/main" id="{13FA51EA-549E-4CF3-8EE9-8A864F4B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6630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23" name="조직-n-78b26db8">
            <a:extLst xmlns:a="http://schemas.openxmlformats.org/drawingml/2006/main">
              <a:ext uri="{FF2B5EF4-FFF2-40B4-BE49-F238E27FC236}">
                <a16:creationId xmlns:a16="http://schemas.microsoft.com/office/drawing/2014/main" id="{01D252C6-A773-4866-9519-AA2BF650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737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24" name="조직-n-4797cdf5">
            <a:extLst xmlns:a="http://schemas.openxmlformats.org/drawingml/2006/main">
              <a:ext uri="{FF2B5EF4-FFF2-40B4-BE49-F238E27FC236}">
                <a16:creationId xmlns:a16="http://schemas.microsoft.com/office/drawing/2014/main" id="{B3769DFB-6FD4-4890-B72A-E93E95B4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844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5" name="조직-n-93675a2a">
            <a:extLst xmlns:a="http://schemas.openxmlformats.org/drawingml/2006/main">
              <a:ext uri="{FF2B5EF4-FFF2-40B4-BE49-F238E27FC236}">
                <a16:creationId xmlns:a16="http://schemas.microsoft.com/office/drawing/2014/main" id="{743462F4-9B7B-4364-A0C0-494D1576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951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6" name="조직-n-021c781f">
            <a:extLst xmlns:a="http://schemas.openxmlformats.org/drawingml/2006/main">
              <a:ext uri="{FF2B5EF4-FFF2-40B4-BE49-F238E27FC236}">
                <a16:creationId xmlns:a16="http://schemas.microsoft.com/office/drawing/2014/main" id="{39EA8D56-B9A9-48A5-A492-31250E09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5058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7" name="조직-n-433e6b52">
            <a:extLst xmlns:a="http://schemas.openxmlformats.org/drawingml/2006/main">
              <a:ext uri="{FF2B5EF4-FFF2-40B4-BE49-F238E27FC236}">
                <a16:creationId xmlns:a16="http://schemas.microsoft.com/office/drawing/2014/main" id="{9496127D-F794-40AC-9E42-EF86D845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165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DDF4D7"/>
          </a:solidFill>
          <a:ln xmlns:a="http://schemas.openxmlformats.org/drawingml/2006/main" w="10954">
            <a:solidFill>
              <a:srgbClr val="2F8F2F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28" name="조직-n-0660e756">
            <a:extLst xmlns:a="http://schemas.openxmlformats.org/drawingml/2006/main">
              <a:ext uri="{FF2B5EF4-FFF2-40B4-BE49-F238E27FC236}">
                <a16:creationId xmlns:a16="http://schemas.microsoft.com/office/drawing/2014/main" id="{DDF91BFA-5A48-4F2F-A0AF-D8D47ACF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9272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육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9" name="조직-n-ea03344d">
            <a:extLst xmlns:a="http://schemas.openxmlformats.org/drawingml/2006/main">
              <a:ext uri="{FF2B5EF4-FFF2-40B4-BE49-F238E27FC236}">
                <a16:creationId xmlns:a16="http://schemas.microsoft.com/office/drawing/2014/main" id="{8007A5F3-1108-40F4-814C-0A7155EE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379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30" name="조직-n-907911d6">
            <a:extLst xmlns:a="http://schemas.openxmlformats.org/drawingml/2006/main">
              <a:ext uri="{FF2B5EF4-FFF2-40B4-BE49-F238E27FC236}">
                <a16:creationId xmlns:a16="http://schemas.microsoft.com/office/drawing/2014/main" id="{BC26B561-B424-4086-B08B-C97988FC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486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31" name="조직-n-da9bb08d">
            <a:extLst xmlns:a="http://schemas.openxmlformats.org/drawingml/2006/main">
              <a:ext uri="{FF2B5EF4-FFF2-40B4-BE49-F238E27FC236}">
                <a16:creationId xmlns:a16="http://schemas.microsoft.com/office/drawing/2014/main" id="{47824A7D-9859-414B-A6E9-BD3A3BD1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5593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132" name="조직-n-2e885d79">
            <a:extLst xmlns:a="http://schemas.openxmlformats.org/drawingml/2006/main">
              <a:ext uri="{FF2B5EF4-FFF2-40B4-BE49-F238E27FC236}">
                <a16:creationId xmlns:a16="http://schemas.microsoft.com/office/drawing/2014/main" id="{0AE228D9-E9AD-458C-B547-943F170D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7700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33" name="조직-n-2d0f8926">
            <a:extLst xmlns:a="http://schemas.openxmlformats.org/drawingml/2006/main">
              <a:ext uri="{FF2B5EF4-FFF2-40B4-BE49-F238E27FC236}">
                <a16:creationId xmlns:a16="http://schemas.microsoft.com/office/drawing/2014/main" id="{6DD2CE4C-902A-4D4A-B697-0B656B72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9807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34" name="조직-n-a4b445fc">
            <a:extLst xmlns:a="http://schemas.openxmlformats.org/drawingml/2006/main">
              <a:ext uri="{FF2B5EF4-FFF2-40B4-BE49-F238E27FC236}">
                <a16:creationId xmlns:a16="http://schemas.microsoft.com/office/drawing/2014/main" id="{18098B0F-DBB3-446E-8092-9ABB13A7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914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35" name="조직-n-212e3468">
            <a:extLst xmlns:a="http://schemas.openxmlformats.org/drawingml/2006/main">
              <a:ext uri="{FF2B5EF4-FFF2-40B4-BE49-F238E27FC236}">
                <a16:creationId xmlns:a16="http://schemas.microsoft.com/office/drawing/2014/main" id="{4FF17B70-C153-4B4C-B08C-8949B0FF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731" y="1123950"/>
            <a:ext cx="471287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29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종무실 (가)</a:t>
            </a:r>
          </a:p>
        </p:txBody>
      </p:sp>
      <p:sp>
        <p:nvSpPr>
          <p:cNvPr id="136" name="조직-n-72439de0">
            <a:extLst xmlns:a="http://schemas.openxmlformats.org/drawingml/2006/main">
              <a:ext uri="{FF2B5EF4-FFF2-40B4-BE49-F238E27FC236}">
                <a16:creationId xmlns:a16="http://schemas.microsoft.com/office/drawing/2014/main" id="{743972AD-8FA9-4303-B86E-0A4227D6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021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1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37" name="조직-n-7c461e7b">
            <a:extLst xmlns:a="http://schemas.openxmlformats.org/drawingml/2006/main">
              <a:ext uri="{FF2B5EF4-FFF2-40B4-BE49-F238E27FC236}">
                <a16:creationId xmlns:a16="http://schemas.microsoft.com/office/drawing/2014/main" id="{85FE1194-75C4-49F1-8736-11C25B20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6128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2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FA751D5-E7A1-4605-8586-5446ADF7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39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CB9803EB-2264-4546-A70F-DA2CA5E0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14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AE11526-1791-4B6E-92B3-DDFC1377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141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A3F6BAB6-622C-49EE-B142-2B8D3E09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142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4711ABEA-8403-48DE-A02F-7182BCF4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3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B5275324-82CD-4B58-9B5D-959FF7F1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144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F3CED5AA-0915-481D-A9CC-80E001F4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(임) 임기제  (책) 책임운영  (총) 총액  (자) 자율  (평) 평가  (한) 한시</a:t>
            </a:r>
          </a:p>
        </p:txBody>
      </p:sp>
      <p:sp>
        <p:nvSpPr>
          <p:cNvPr id="145" name="쪽번호">
            <a:extLst xmlns:a="http://schemas.openxmlformats.org/drawingml/2006/main">
              <a:ext uri="{FF2B5EF4-FFF2-40B4-BE49-F238E27FC236}">
                <a16:creationId xmlns:a16="http://schemas.microsoft.com/office/drawing/2014/main" id="{F8838841-872A-401F-9983-0D5CF9DC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2 / 10</a:t>
            </a:r>
          </a:p>
        </p:txBody>
      </p:sp>
    </p:spTree>
    <p:extLst>
      <p:ext uri="{BB962C8B-B14F-4D97-AF65-F5344CB8AC3E}">
        <p14:creationId xmlns:p14="http://schemas.microsoft.com/office/powerpoint/2010/main" val="6490814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기관명">
            <a:extLst xmlns:a="http://schemas.openxmlformats.org/drawingml/2006/main">
              <a:ext uri="{FF2B5EF4-FFF2-40B4-BE49-F238E27FC236}">
                <a16:creationId xmlns:a16="http://schemas.microsoft.com/office/drawing/2014/main" id="{87F6872A-F969-4D46-AE90-E30F9F68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문화체육관광부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B7782B35-1121-4118-B40D-EC36D8BB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본부 하부조직 (2)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FBD92D09-B614-4152-AAEA-012E2629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2025.07.01.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4ECAC5A-09A4-4001-A23F-4CEFE596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2501CAC-1259-4A92-8145-ECABE9FE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840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D27243A-4224-4D9D-A671-A7F98B08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840" y="2237994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C44CC17-7B40-46F2-96E6-6273B9C5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00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D091859-A8D5-4FE7-9CAA-E86E8651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840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269538D-7900-4F59-A8B8-6286660A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840" y="2237994"/>
            <a:ext cx="13594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BA1EE78-EC1E-4C6A-906D-F4ED69E3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832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5ACEEB9-5EBE-44B0-90DB-5C463949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840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D20A77B-52A0-4BC0-ADCA-382ECF3C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358" y="2237994"/>
            <a:ext cx="13594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2D9BF9E-7517-4CE8-A666-A82BC4C3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358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28C1DDA-14E0-47F6-949E-2B4F444D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840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FDA12C9-AFF1-4C59-A0F6-C4FB6584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679" y="2237994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5917C73-05B4-49BA-88B9-3BA58470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67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1F52B18-723A-4763-887D-8C5539D5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55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DCD6B4C-D589-4246-98E0-D40626BF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555" y="2237994"/>
            <a:ext cx="13594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5F94A3B-76BF-40BB-9DD2-C609321C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03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4E8BAD5-1060-407A-9E45-ADA0212B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55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CC0247A-6B17-42D1-8C8B-E921751D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555" y="2237994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7CAA931-5946-43DF-9347-060E377E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41C8A44-9E69-474E-8DD9-353AB33F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55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1584129-B4F0-4838-9D03-C7FC5EA2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0395" y="2237994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3678548-7026-4957-8501-4A055325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039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18D6667-31B9-4CE9-850A-55F79161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55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DBBF52D-5A12-424E-A53D-FED6A813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074" y="2237994"/>
            <a:ext cx="13594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3F902A1-237D-4424-B109-E7FA398B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07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9680CE0-82CB-4AE2-B468-2AC8D595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3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AD1BAD5-1B98-4D35-B53C-3BC2CFD8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11" y="2237994"/>
            <a:ext cx="9063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955AB19-77F6-4D33-9BBB-84BDDB5A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1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E911FD9-6F11-4B0F-8713-710BAB29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3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9E16F1A-E7EA-4F45-A64A-4C756827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3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C9CB581-0813-4A39-9909-4ADB5690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3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C5063DE-5978-4EE7-BCA8-9147BB84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32" y="2237994"/>
            <a:ext cx="9063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4B21154-B330-4C01-934F-073A6EB2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75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7" name="조직-n-f0a833ac">
            <a:extLst xmlns:a="http://schemas.openxmlformats.org/drawingml/2006/main">
              <a:ext uri="{FF2B5EF4-FFF2-40B4-BE49-F238E27FC236}">
                <a16:creationId xmlns:a16="http://schemas.microsoft.com/office/drawing/2014/main" id="{7404D7C3-71D3-4576-8B36-BE37DB6E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887" y="1123950"/>
            <a:ext cx="110109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미디어정책국 (나)</a:t>
            </a:r>
          </a:p>
        </p:txBody>
      </p:sp>
      <p:sp>
        <p:nvSpPr>
          <p:cNvPr id="38" name="조직-n-81a784ef">
            <a:extLst xmlns:a="http://schemas.openxmlformats.org/drawingml/2006/main">
              <a:ext uri="{FF2B5EF4-FFF2-40B4-BE49-F238E27FC236}">
                <a16:creationId xmlns:a16="http://schemas.microsoft.com/office/drawing/2014/main" id="{D30362F1-F99C-456B-9787-E859D59A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5" y="3114675"/>
            <a:ext cx="7069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978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미디어정책과</a:t>
            </a:r>
          </a:p>
        </p:txBody>
      </p:sp>
      <p:sp>
        <p:nvSpPr>
          <p:cNvPr id="39" name="조직-n-8969b324">
            <a:extLst xmlns:a="http://schemas.openxmlformats.org/drawingml/2006/main">
              <a:ext uri="{FF2B5EF4-FFF2-40B4-BE49-F238E27FC236}">
                <a16:creationId xmlns:a16="http://schemas.microsoft.com/office/drawing/2014/main" id="{3AAD6FA4-8B61-4320-8038-46CC0FA5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966" y="3114675"/>
            <a:ext cx="7069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39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방송영상광고과</a:t>
            </a:r>
          </a:p>
        </p:txBody>
      </p:sp>
      <p:sp>
        <p:nvSpPr>
          <p:cNvPr id="40" name="조직-n-c1a94fd1">
            <a:extLst xmlns:a="http://schemas.openxmlformats.org/drawingml/2006/main">
              <a:ext uri="{FF2B5EF4-FFF2-40B4-BE49-F238E27FC236}">
                <a16:creationId xmlns:a16="http://schemas.microsoft.com/office/drawing/2014/main" id="{9BAF2E3D-0A15-43FC-A41A-1F7BEDFD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287" y="3114675"/>
            <a:ext cx="7069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29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출판인쇄독서진흥과</a:t>
            </a:r>
          </a:p>
        </p:txBody>
      </p:sp>
      <p:sp>
        <p:nvSpPr>
          <p:cNvPr id="41" name="조직-n-1af5b4cd">
            <a:extLst xmlns:a="http://schemas.openxmlformats.org/drawingml/2006/main">
              <a:ext uri="{FF2B5EF4-FFF2-40B4-BE49-F238E27FC236}">
                <a16:creationId xmlns:a16="http://schemas.microsoft.com/office/drawing/2014/main" id="{EB22C3F7-986E-4410-B8EC-692E9DB3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6825" y="1123950"/>
            <a:ext cx="101346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저작권국 (나)</a:t>
            </a:r>
          </a:p>
        </p:txBody>
      </p:sp>
      <p:sp>
        <p:nvSpPr>
          <p:cNvPr id="42" name="조직-n-19c08b23">
            <a:extLst xmlns:a="http://schemas.openxmlformats.org/drawingml/2006/main">
              <a:ext uri="{FF2B5EF4-FFF2-40B4-BE49-F238E27FC236}">
                <a16:creationId xmlns:a16="http://schemas.microsoft.com/office/drawing/2014/main" id="{DC594301-B98F-4864-8601-27752D61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609" y="3114675"/>
            <a:ext cx="7069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39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문화통상협력과</a:t>
            </a:r>
          </a:p>
        </p:txBody>
      </p:sp>
      <p:sp>
        <p:nvSpPr>
          <p:cNvPr id="43" name="조직-n-76dc8526">
            <a:extLst xmlns:a="http://schemas.openxmlformats.org/drawingml/2006/main">
              <a:ext uri="{FF2B5EF4-FFF2-40B4-BE49-F238E27FC236}">
                <a16:creationId xmlns:a16="http://schemas.microsoft.com/office/drawing/2014/main" id="{D67AAD98-F3F4-410D-9801-A7F831C3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930" y="3114675"/>
            <a:ext cx="7069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978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저작권보호과</a:t>
            </a:r>
          </a:p>
        </p:txBody>
      </p:sp>
      <p:sp>
        <p:nvSpPr>
          <p:cNvPr id="44" name="조직-n-114f4bff">
            <a:extLst xmlns:a="http://schemas.openxmlformats.org/drawingml/2006/main">
              <a:ext uri="{FF2B5EF4-FFF2-40B4-BE49-F238E27FC236}">
                <a16:creationId xmlns:a16="http://schemas.microsoft.com/office/drawing/2014/main" id="{65414C47-FDF7-4C1E-AF8E-0D696EE5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3251" y="3114675"/>
            <a:ext cx="7069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978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저작권산업과</a:t>
            </a:r>
          </a:p>
        </p:txBody>
      </p:sp>
      <p:sp>
        <p:nvSpPr>
          <p:cNvPr id="45" name="조직-n-7685cc54">
            <a:extLst xmlns:a="http://schemas.openxmlformats.org/drawingml/2006/main">
              <a:ext uri="{FF2B5EF4-FFF2-40B4-BE49-F238E27FC236}">
                <a16:creationId xmlns:a16="http://schemas.microsoft.com/office/drawing/2014/main" id="{D0FFF30C-0D59-48E6-A31E-CA87503D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572" y="3114675"/>
            <a:ext cx="7069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978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저작권정책과</a:t>
            </a:r>
          </a:p>
        </p:txBody>
      </p:sp>
      <p:sp>
        <p:nvSpPr>
          <p:cNvPr id="46" name="조직-n-fa63fa74">
            <a:extLst xmlns:a="http://schemas.openxmlformats.org/drawingml/2006/main">
              <a:ext uri="{FF2B5EF4-FFF2-40B4-BE49-F238E27FC236}">
                <a16:creationId xmlns:a16="http://schemas.microsoft.com/office/drawing/2014/main" id="{C48EBCFB-1A00-4AE5-8D8F-BD956967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8295" y="1123950"/>
            <a:ext cx="110109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콘텐츠정책국 (나)</a:t>
            </a:r>
          </a:p>
        </p:txBody>
      </p:sp>
      <p:sp>
        <p:nvSpPr>
          <p:cNvPr id="47" name="조직-n-ecbd4c04">
            <a:extLst xmlns:a="http://schemas.openxmlformats.org/drawingml/2006/main">
              <a:ext uri="{FF2B5EF4-FFF2-40B4-BE49-F238E27FC236}">
                <a16:creationId xmlns:a16="http://schemas.microsoft.com/office/drawing/2014/main" id="{AAA36A50-0403-46D4-BEE8-C45986DE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5893" y="3114675"/>
            <a:ext cx="7069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29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게임콘텐츠산업과</a:t>
            </a:r>
          </a:p>
        </p:txBody>
      </p:sp>
      <p:sp>
        <p:nvSpPr>
          <p:cNvPr id="48" name="조직-n-c66f35fb">
            <a:extLst xmlns:a="http://schemas.openxmlformats.org/drawingml/2006/main">
              <a:ext uri="{FF2B5EF4-FFF2-40B4-BE49-F238E27FC236}">
                <a16:creationId xmlns:a16="http://schemas.microsoft.com/office/drawing/2014/main" id="{C4FCA82F-204D-48F6-9692-BDA6B1B5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2214" y="3114675"/>
            <a:ext cx="7069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39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대중문화산업과</a:t>
            </a:r>
          </a:p>
        </p:txBody>
      </p:sp>
      <p:sp>
        <p:nvSpPr>
          <p:cNvPr id="49" name="조직-n-7681f3fc">
            <a:extLst xmlns:a="http://schemas.openxmlformats.org/drawingml/2006/main">
              <a:ext uri="{FF2B5EF4-FFF2-40B4-BE49-F238E27FC236}">
                <a16:creationId xmlns:a16="http://schemas.microsoft.com/office/drawing/2014/main" id="{3E68B6E4-C5E6-4D34-B533-9B2AB96F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535" y="3114675"/>
            <a:ext cx="7069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39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문화산업정책과</a:t>
            </a:r>
          </a:p>
        </p:txBody>
      </p:sp>
      <p:sp>
        <p:nvSpPr>
          <p:cNvPr id="50" name="조직-n-157bb676">
            <a:extLst xmlns:a="http://schemas.openxmlformats.org/drawingml/2006/main">
              <a:ext uri="{FF2B5EF4-FFF2-40B4-BE49-F238E27FC236}">
                <a16:creationId xmlns:a16="http://schemas.microsoft.com/office/drawing/2014/main" id="{6ECB8C16-7900-4ED5-8E58-A5D3FC5C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56" y="3114675"/>
            <a:ext cx="7069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29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영상콘텐츠산업과</a:t>
            </a:r>
          </a:p>
        </p:txBody>
      </p:sp>
      <p:sp>
        <p:nvSpPr>
          <p:cNvPr id="5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D0CA427-F0CD-41A4-9389-3B900A7B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52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BDC0BF7F-E873-4167-8E33-4B898A4D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5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4240597-F50F-49D3-8809-06D8DCCB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54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B17D0BC8-0C42-42C7-ADA7-F392614C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55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81DED2EE-7550-455B-B4DB-4EABF1D2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6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34561450-919C-445B-87DA-0D1084DC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57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851D5BFD-1F4A-46F1-98F4-AA6D395C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(임) 임기제  (책) 책임운영  (총) 총액  (자) 자율  (평) 평가  (한) 한시</a:t>
            </a:r>
          </a:p>
        </p:txBody>
      </p:sp>
      <p:sp>
        <p:nvSpPr>
          <p:cNvPr id="58" name="쪽번호">
            <a:extLst xmlns:a="http://schemas.openxmlformats.org/drawingml/2006/main">
              <a:ext uri="{FF2B5EF4-FFF2-40B4-BE49-F238E27FC236}">
                <a16:creationId xmlns:a16="http://schemas.microsoft.com/office/drawing/2014/main" id="{B06B9EB3-AD6A-460D-BC8D-68C66AEB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3 / 10</a:t>
            </a:r>
          </a:p>
        </p:txBody>
      </p:sp>
    </p:spTree>
    <p:extLst>
      <p:ext uri="{BB962C8B-B14F-4D97-AF65-F5344CB8AC3E}">
        <p14:creationId xmlns:p14="http://schemas.microsoft.com/office/powerpoint/2010/main" val="18567111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4" name="기관명">
            <a:extLst xmlns:a="http://schemas.openxmlformats.org/drawingml/2006/main">
              <a:ext uri="{FF2B5EF4-FFF2-40B4-BE49-F238E27FC236}">
                <a16:creationId xmlns:a16="http://schemas.microsoft.com/office/drawing/2014/main" id="{762B456A-4877-4A4F-B3DB-C6DF86F2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문화체육관광부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E3C49403-F53F-46E8-9669-BF33B7F2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본부 하부조직 (3)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3C432F8C-1352-4804-BBEC-42B292DF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2025.07.01.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B68521C-B3E8-46D4-B400-B241E151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E6B37A7-F6C0-4050-B480-1B500481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50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828E6AE-1605-4E3A-9784-D2374C25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646" y="2237994"/>
            <a:ext cx="24168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E483E7B-2D92-4A84-9CA0-D7EF3180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64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234B429-1DB7-4EBB-8F49-996C678E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50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7EAE5E7-8EC5-4DA4-8A9A-DF99A9C8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502" y="2237994"/>
            <a:ext cx="33231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27718BE-B328-4D35-B147-F31B8DD8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67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DA2B350-F6A5-4B3E-AF29-22EB7D5F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50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48D3AEC-8465-4463-8332-F7F2B6AF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502" y="2237994"/>
            <a:ext cx="7552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F482751-429B-41F1-B614-F00B2731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776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8D75B4D-25F9-498B-BCCB-D95DE2CD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502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71CB51E-FBF1-45D9-9BD7-D14712CA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502" y="2237994"/>
            <a:ext cx="211474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693D27C-0510-453E-BFC8-2E602C11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25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BBCCAA8-F8C4-4D84-829D-E4B00174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37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F674305-C84A-4B95-AE54-CB170EA0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8321" y="2237994"/>
            <a:ext cx="1510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972652A-1EB7-4670-9867-7A437D22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832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E44E758-F6EF-4FA1-AAEA-8D69D9D2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37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A2F2FE8-9784-4AB1-832A-00C55199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375" y="2237994"/>
            <a:ext cx="1510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524DB08-614B-4697-95BF-9E818DC0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0428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954DE5D-BFBA-4361-9299-474A1D78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161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30ECDBD-A93B-41F6-A4D5-27ACFE77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4107" y="2237994"/>
            <a:ext cx="1510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448275C-8E31-486F-A5F9-957E1438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410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D35CCD7-0FED-4E3C-AFAC-B942FFC1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64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00E1CCA-74CF-45F9-8A77-A957C3E6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11" y="4228719"/>
            <a:ext cx="15105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407DD44-971E-441D-8106-C1C81829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1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878214E-16F1-4782-BDBB-FF344232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64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91D2698-67A5-4773-A963-22C62072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18" y="4228719"/>
            <a:ext cx="12084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805CC9E-648C-4684-885A-ED918F0D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1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3100288-9A99-473B-8FA1-FA024623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64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29A83E7-9484-4D5D-9FDC-C706E7B3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04" y="4228719"/>
            <a:ext cx="181264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633C13F-B180-4D81-B622-0290B403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0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41E809D-B44D-4DFF-B982-1504A0D1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64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2F14B6E-9EB4-458C-BFCE-A0D1381C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646" y="4228719"/>
            <a:ext cx="6042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D56F0E8-51D1-4187-8C36-6BAF10CB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60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C4B289A-A8AD-420D-98E6-21EDD944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64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F70D8C8-A70D-4C8C-9593-2434ABC3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646" y="4228719"/>
            <a:ext cx="9063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11D87A3-013E-45D6-B5BF-0A304D9A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96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2701E11-AACD-461A-9A99-83C2DDD4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64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95838AE-73F5-46B8-9EBD-B7B14314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646" y="4228719"/>
            <a:ext cx="3021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428BDAB-04C8-4762-BBBB-D295A0B6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753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D99D254-299E-41DB-B9C7-3C53DBFB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64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C262353-C39C-42AC-B08D-F631D4C7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646" y="4228719"/>
            <a:ext cx="181264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33B5352-414A-4CE1-83CA-04730DE9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28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56ADE91-A49B-4F45-B835-C596D0BC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64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6D1EB74-5065-4118-9889-83C38F8E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646" y="4228719"/>
            <a:ext cx="12084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5E5A88B-9F3E-4108-8069-0C033B0C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07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1168321-6EA9-46A0-A787-DD5099BD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64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BF028B3-B12C-4C1F-B4C8-DB35B926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64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20C89C4-7445-497B-84EA-5F9BCF61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64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64767B0-9FD7-4308-8D12-F9029BC6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32" y="4228719"/>
            <a:ext cx="6042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D96938C-ADFB-4239-B83C-44D7532E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32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4597D09-9613-469E-B528-F0D0D9DC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64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6472B96-C0A0-42A0-8646-F5602E68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646" y="4228719"/>
            <a:ext cx="15105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9B12577-80AA-4B1B-A8D3-F5E7C8E2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618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33A1742-56A7-4D8F-A5C0-C969B97D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64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023D58E-488C-4BF1-AF99-8F8EF6C1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539" y="4228719"/>
            <a:ext cx="3021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7374504-7978-4EDB-BB3C-B3EB4AC2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53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D67F396-DE48-484A-AEA8-24CEF17C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64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16A5274-2B12-44A7-9B1B-2C447015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325" y="4228719"/>
            <a:ext cx="9063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6BBEC52-2030-4EA0-BA7B-AE2F953E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32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B3B9E52-50E0-46F3-ABBA-2D08696A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67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6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4D7194A-98ED-497E-93F6-FC0BD079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358" y="4228719"/>
            <a:ext cx="9063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6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11CE8E3-F11D-4B36-A8AE-B2285F92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35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6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53E53C9-6075-4140-8091-A68FAA39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67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95FDC99-A179-4353-913D-41DF56D8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679" y="4228719"/>
            <a:ext cx="6042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739C341-F2CD-45DB-B748-72D79B99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9893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AB48CDA-F2E6-438D-B853-A1A62035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67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DF78CE5-B97F-4509-85BF-6DE0BA91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679" y="4228719"/>
            <a:ext cx="9063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8B5AE2C-A57C-4138-8CD2-95B19011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000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D4B7B72-5708-4DA3-A720-9326928B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67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CB2D64E-1AC5-44E1-A654-F4D345DA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572" y="4228719"/>
            <a:ext cx="3021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58B9517-2AE8-4F29-8BE7-8EE77B2A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572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E34EF26-0E0F-43F2-A501-1827C9DC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67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611DB7C-8C69-4789-B74B-155437B5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465" y="4228719"/>
            <a:ext cx="6042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C9125CD-1E3E-40CA-8D9E-E69A2674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46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319A8C8-10AC-422A-AFB1-29AA2C13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67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DE4E3DA-25D0-4D3E-B074-E779CDE2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679" y="4228719"/>
            <a:ext cx="3021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9B67703-A1ED-416E-A9D8-E7763D72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78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6CFA095-6EEB-473B-A9D5-0BBA1B90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67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F31AEDA-A0EB-4178-A9B1-5C04D85F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67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E5A6685-99E7-4D40-9305-49E99369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776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8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509DAB8-457F-4390-8332-BF551F6E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0395" y="4228719"/>
            <a:ext cx="105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8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7A35809-6B1F-45D1-A289-C9903CE9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039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8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5564F3B-A365-482B-8A79-92BC9B50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776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BC57CF6-B902-439F-9BA9-BABAFC92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7769" y="4228719"/>
            <a:ext cx="1510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F47A17D-1784-447E-8F2D-77CE33BE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823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CE0FA5C-A129-4B74-B207-3AAF95D0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776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3B7AC2E-646C-4E9A-9D9E-5207DB74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7769" y="4228719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59C3046-8E18-4B89-B663-BD041127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0930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8D69C6C-218E-4FA4-A096-B14EF481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776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21F1D44-A54D-4D04-8730-8F9238F7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7769" y="4228719"/>
            <a:ext cx="7552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2D49E2F-98F2-4D8C-B33A-8BE78798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03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2CE4DB0-7089-4577-8841-C7559A7A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776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A493B24-99D5-4AC7-800F-13D83880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609" y="4228719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6622542-97AD-45B9-8115-294D9D2F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60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88BF8D1-D373-4C75-8674-D6B4FC70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776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B893F95-3C75-4B48-BF40-801646BA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4228719"/>
            <a:ext cx="1510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341DC40-8E60-41A1-9E10-E581AE32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4F8A93A-0CCC-4C33-B9BA-E6FB01F6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776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9BA4AE9-E7A5-46CF-B0A9-16B2471A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7769" y="4228719"/>
            <a:ext cx="105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B3810BE-4FF2-494A-BEC5-15EB78AD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4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EBA96D0-3CCA-439D-806D-1E33133E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776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B42ECE8-0376-4743-B1BA-811DDE04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502" y="4228719"/>
            <a:ext cx="7552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650AD9A-DDD0-4A2B-ADEA-671C830B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502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8" name="조직-n-8a775f5b">
            <a:extLst xmlns:a="http://schemas.openxmlformats.org/drawingml/2006/main">
              <a:ext uri="{FF2B5EF4-FFF2-40B4-BE49-F238E27FC236}">
                <a16:creationId xmlns:a16="http://schemas.microsoft.com/office/drawing/2014/main" id="{57DA52EB-AE6F-4551-A53B-F4B07B03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772" y="1123950"/>
            <a:ext cx="101346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AEC6F0"/>
          </a:solidFill>
          <a:ln xmlns:a="http://schemas.openxmlformats.org/drawingml/2006/main" w="10954">
            <a:solidFill>
              <a:srgbClr val="00004E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제2차관</a:t>
            </a:r>
          </a:p>
        </p:txBody>
      </p:sp>
      <p:sp>
        <p:nvSpPr>
          <p:cNvPr id="109" name="조직-n-9de6ef91">
            <a:extLst xmlns:a="http://schemas.openxmlformats.org/drawingml/2006/main">
              <a:ext uri="{FF2B5EF4-FFF2-40B4-BE49-F238E27FC236}">
                <a16:creationId xmlns:a16="http://schemas.microsoft.com/office/drawing/2014/main" id="{A5F22E95-F14B-4058-985B-D766A6AB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008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국민소통실 (가)</a:t>
            </a:r>
          </a:p>
        </p:txBody>
      </p:sp>
      <p:sp>
        <p:nvSpPr>
          <p:cNvPr id="110" name="조직-n-adb808f8">
            <a:extLst xmlns:a="http://schemas.openxmlformats.org/drawingml/2006/main">
              <a:ext uri="{FF2B5EF4-FFF2-40B4-BE49-F238E27FC236}">
                <a16:creationId xmlns:a16="http://schemas.microsoft.com/office/drawing/2014/main" id="{0674F4E7-A9A3-4890-8A59-E721FCF4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04" y="5105400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11" name="조직-n-d6f3dc38">
            <a:extLst xmlns:a="http://schemas.openxmlformats.org/drawingml/2006/main">
              <a:ext uri="{FF2B5EF4-FFF2-40B4-BE49-F238E27FC236}">
                <a16:creationId xmlns:a16="http://schemas.microsoft.com/office/drawing/2014/main" id="{02B66147-2BF4-4EB6-B994-A1F7C298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11" y="5105400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12" name="조직-n-d97a0bce">
            <a:extLst xmlns:a="http://schemas.openxmlformats.org/drawingml/2006/main">
              <a:ext uri="{FF2B5EF4-FFF2-40B4-BE49-F238E27FC236}">
                <a16:creationId xmlns:a16="http://schemas.microsoft.com/office/drawing/2014/main" id="{A84F4154-59B3-4D5C-B070-598B36D7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18" y="5105400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13" name="조직-n-8af3d70e">
            <a:extLst xmlns:a="http://schemas.openxmlformats.org/drawingml/2006/main">
              <a:ext uri="{FF2B5EF4-FFF2-40B4-BE49-F238E27FC236}">
                <a16:creationId xmlns:a16="http://schemas.microsoft.com/office/drawing/2014/main" id="{9F4B0BF6-812D-48CD-A52E-E86082AA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025" y="5105400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4" name="조직-n-6620eeee">
            <a:extLst xmlns:a="http://schemas.openxmlformats.org/drawingml/2006/main">
              <a:ext uri="{FF2B5EF4-FFF2-40B4-BE49-F238E27FC236}">
                <a16:creationId xmlns:a16="http://schemas.microsoft.com/office/drawing/2014/main" id="{EBCF69E2-A9EE-40CA-B341-8AF75B52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132" y="5105400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5" name="조직-n-dfdbb094">
            <a:extLst xmlns:a="http://schemas.openxmlformats.org/drawingml/2006/main">
              <a:ext uri="{FF2B5EF4-FFF2-40B4-BE49-F238E27FC236}">
                <a16:creationId xmlns:a16="http://schemas.microsoft.com/office/drawing/2014/main" id="{69CECCA0-D0AF-46EC-A578-AB05FED7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239" y="5105400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6" name="조직-n-0b537e02">
            <a:extLst xmlns:a="http://schemas.openxmlformats.org/drawingml/2006/main">
              <a:ext uri="{FF2B5EF4-FFF2-40B4-BE49-F238E27FC236}">
                <a16:creationId xmlns:a16="http://schemas.microsoft.com/office/drawing/2014/main" id="{B6651AA1-B73A-49D5-8290-B9D2BEF8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1346" y="5105400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7" name="조직-n-b01603aa">
            <a:extLst xmlns:a="http://schemas.openxmlformats.org/drawingml/2006/main">
              <a:ext uri="{FF2B5EF4-FFF2-40B4-BE49-F238E27FC236}">
                <a16:creationId xmlns:a16="http://schemas.microsoft.com/office/drawing/2014/main" id="{C1430A18-757D-4C09-80EA-EA203013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453" y="5105400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8" name="조직-n-02f0fb7c">
            <a:extLst xmlns:a="http://schemas.openxmlformats.org/drawingml/2006/main">
              <a:ext uri="{FF2B5EF4-FFF2-40B4-BE49-F238E27FC236}">
                <a16:creationId xmlns:a16="http://schemas.microsoft.com/office/drawing/2014/main" id="{A5EBF795-1ABE-4F4D-928B-CD749E17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560" y="5105400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9" name="조직-n-3e9a52c0">
            <a:extLst xmlns:a="http://schemas.openxmlformats.org/drawingml/2006/main">
              <a:ext uri="{FF2B5EF4-FFF2-40B4-BE49-F238E27FC236}">
                <a16:creationId xmlns:a16="http://schemas.microsoft.com/office/drawing/2014/main" id="{5DB8C9C3-ED6A-4977-828A-38D037D6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667" y="5105400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0" name="조직-n-4a1cab77">
            <a:extLst xmlns:a="http://schemas.openxmlformats.org/drawingml/2006/main">
              <a:ext uri="{FF2B5EF4-FFF2-40B4-BE49-F238E27FC236}">
                <a16:creationId xmlns:a16="http://schemas.microsoft.com/office/drawing/2014/main" id="{C509BC5B-A68A-47C8-AAD2-8E245049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774" y="5105400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1" name="조직-n-deb502bd">
            <a:extLst xmlns:a="http://schemas.openxmlformats.org/drawingml/2006/main">
              <a:ext uri="{FF2B5EF4-FFF2-40B4-BE49-F238E27FC236}">
                <a16:creationId xmlns:a16="http://schemas.microsoft.com/office/drawing/2014/main" id="{3F27F859-E00C-448A-9486-9B752F29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881" y="5105400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2" name="조직-n-6c90a774">
            <a:extLst xmlns:a="http://schemas.openxmlformats.org/drawingml/2006/main">
              <a:ext uri="{FF2B5EF4-FFF2-40B4-BE49-F238E27FC236}">
                <a16:creationId xmlns:a16="http://schemas.microsoft.com/office/drawing/2014/main" id="{2A7E739A-B9A3-42A3-A179-AE723AEF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988" y="5105400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3" name="조직-n-df69842f">
            <a:extLst xmlns:a="http://schemas.openxmlformats.org/drawingml/2006/main">
              <a:ext uri="{FF2B5EF4-FFF2-40B4-BE49-F238E27FC236}">
                <a16:creationId xmlns:a16="http://schemas.microsoft.com/office/drawing/2014/main" id="{FC1EDA1D-F58D-4971-8726-3B02E957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9132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관광정책국 (나)</a:t>
            </a:r>
          </a:p>
        </p:txBody>
      </p:sp>
      <p:sp>
        <p:nvSpPr>
          <p:cNvPr id="124" name="조직-n-e07b44f1">
            <a:extLst xmlns:a="http://schemas.openxmlformats.org/drawingml/2006/main">
              <a:ext uri="{FF2B5EF4-FFF2-40B4-BE49-F238E27FC236}">
                <a16:creationId xmlns:a16="http://schemas.microsoft.com/office/drawing/2014/main" id="{C612DB63-6FFA-46E4-99DD-46EC428C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6095" y="5105400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25" name="조직-n-d0fc7612">
            <a:extLst xmlns:a="http://schemas.openxmlformats.org/drawingml/2006/main">
              <a:ext uri="{FF2B5EF4-FFF2-40B4-BE49-F238E27FC236}">
                <a16:creationId xmlns:a16="http://schemas.microsoft.com/office/drawing/2014/main" id="{57A271B4-918E-45EA-B89F-08691FF5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8202" y="5105400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6" name="조직-n-f253d3ba">
            <a:extLst xmlns:a="http://schemas.openxmlformats.org/drawingml/2006/main">
              <a:ext uri="{FF2B5EF4-FFF2-40B4-BE49-F238E27FC236}">
                <a16:creationId xmlns:a16="http://schemas.microsoft.com/office/drawing/2014/main" id="{07B5A953-5194-47E4-AE1C-E5100313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0309" y="5105400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7" name="조직-n-0c786435">
            <a:extLst xmlns:a="http://schemas.openxmlformats.org/drawingml/2006/main">
              <a:ext uri="{FF2B5EF4-FFF2-40B4-BE49-F238E27FC236}">
                <a16:creationId xmlns:a16="http://schemas.microsoft.com/office/drawing/2014/main" id="{D5F91F2A-FE09-436D-9007-29CDF69C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416" y="5105400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8" name="조직-n-4e6bc5ec">
            <a:extLst xmlns:a="http://schemas.openxmlformats.org/drawingml/2006/main">
              <a:ext uri="{FF2B5EF4-FFF2-40B4-BE49-F238E27FC236}">
                <a16:creationId xmlns:a16="http://schemas.microsoft.com/office/drawing/2014/main" id="{9CA0CA64-A4E1-4D18-B12A-9A93D146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523" y="5105400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9" name="조직-n-f66ac438">
            <a:extLst xmlns:a="http://schemas.openxmlformats.org/drawingml/2006/main">
              <a:ext uri="{FF2B5EF4-FFF2-40B4-BE49-F238E27FC236}">
                <a16:creationId xmlns:a16="http://schemas.microsoft.com/office/drawing/2014/main" id="{F319454A-F19B-422B-86C4-0253C40C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6630" y="5105400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30" name="조직-n-d8471c89">
            <a:extLst xmlns:a="http://schemas.openxmlformats.org/drawingml/2006/main">
              <a:ext uri="{FF2B5EF4-FFF2-40B4-BE49-F238E27FC236}">
                <a16:creationId xmlns:a16="http://schemas.microsoft.com/office/drawing/2014/main" id="{5101D4B5-4F37-48F5-9066-D94BB21D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737" y="5105400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31" name="조직-n-315aec39">
            <a:extLst xmlns:a="http://schemas.openxmlformats.org/drawingml/2006/main">
              <a:ext uri="{FF2B5EF4-FFF2-40B4-BE49-F238E27FC236}">
                <a16:creationId xmlns:a16="http://schemas.microsoft.com/office/drawing/2014/main" id="{FEBC69E0-C7E6-47B6-8993-9A035FCF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844" y="5105400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32" name="조직-n-98908cd3">
            <a:extLst xmlns:a="http://schemas.openxmlformats.org/drawingml/2006/main">
              <a:ext uri="{FF2B5EF4-FFF2-40B4-BE49-F238E27FC236}">
                <a16:creationId xmlns:a16="http://schemas.microsoft.com/office/drawing/2014/main" id="{05A33283-60CF-4B5A-8BA3-2817038C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951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차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33" name="조직-n-c0c54651">
            <a:extLst xmlns:a="http://schemas.openxmlformats.org/drawingml/2006/main">
              <a:ext uri="{FF2B5EF4-FFF2-40B4-BE49-F238E27FC236}">
                <a16:creationId xmlns:a16="http://schemas.microsoft.com/office/drawing/2014/main" id="{64FB4012-8829-477B-B569-62C7D918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857" y="3114675"/>
            <a:ext cx="96964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체육국 (나)</a:t>
            </a:r>
          </a:p>
        </p:txBody>
      </p:sp>
      <p:sp>
        <p:nvSpPr>
          <p:cNvPr id="134" name="조직-n-033a45f0">
            <a:extLst xmlns:a="http://schemas.openxmlformats.org/drawingml/2006/main">
              <a:ext uri="{FF2B5EF4-FFF2-40B4-BE49-F238E27FC236}">
                <a16:creationId xmlns:a16="http://schemas.microsoft.com/office/drawing/2014/main" id="{3D980CDB-EBFD-47F2-8523-351F35CE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5058" y="5105400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육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35" name="조직-n-517fdf55">
            <a:extLst xmlns:a="http://schemas.openxmlformats.org/drawingml/2006/main">
              <a:ext uri="{FF2B5EF4-FFF2-40B4-BE49-F238E27FC236}">
                <a16:creationId xmlns:a16="http://schemas.microsoft.com/office/drawing/2014/main" id="{DBA20A81-F91D-430F-8B26-D71DBA74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165" y="5105400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육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36" name="조직-n-923b9454">
            <a:extLst xmlns:a="http://schemas.openxmlformats.org/drawingml/2006/main">
              <a:ext uri="{FF2B5EF4-FFF2-40B4-BE49-F238E27FC236}">
                <a16:creationId xmlns:a16="http://schemas.microsoft.com/office/drawing/2014/main" id="{E62B6C6A-4ED8-4DA7-9F90-6D9A26EC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9272" y="5105400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37" name="조직-n-1eb279ed">
            <a:extLst xmlns:a="http://schemas.openxmlformats.org/drawingml/2006/main">
              <a:ext uri="{FF2B5EF4-FFF2-40B4-BE49-F238E27FC236}">
                <a16:creationId xmlns:a16="http://schemas.microsoft.com/office/drawing/2014/main" id="{AC08CA68-36BC-448D-9ED3-83364E17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379" y="5105400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138" name="조직-n-9a1ddd69">
            <a:extLst xmlns:a="http://schemas.openxmlformats.org/drawingml/2006/main">
              <a:ext uri="{FF2B5EF4-FFF2-40B4-BE49-F238E27FC236}">
                <a16:creationId xmlns:a16="http://schemas.microsoft.com/office/drawing/2014/main" id="{662A1CF0-A572-41D9-B725-5FBE6A87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486" y="5105400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육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39" name="조직-n-aff69a88">
            <a:extLst xmlns:a="http://schemas.openxmlformats.org/drawingml/2006/main">
              <a:ext uri="{FF2B5EF4-FFF2-40B4-BE49-F238E27FC236}">
                <a16:creationId xmlns:a16="http://schemas.microsoft.com/office/drawing/2014/main" id="{6F965B1C-7A40-43E4-8D97-0E8AA759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5593" y="5105400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육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40" name="조직-n-d842863f">
            <a:extLst xmlns:a="http://schemas.openxmlformats.org/drawingml/2006/main">
              <a:ext uri="{FF2B5EF4-FFF2-40B4-BE49-F238E27FC236}">
                <a16:creationId xmlns:a16="http://schemas.microsoft.com/office/drawing/2014/main" id="{4B0670B7-B0F6-4C1A-9A24-AEB0BE33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7700" y="5105400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육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41" name="조직-n-7ce28e1b">
            <a:extLst xmlns:a="http://schemas.openxmlformats.org/drawingml/2006/main">
              <a:ext uri="{FF2B5EF4-FFF2-40B4-BE49-F238E27FC236}">
                <a16:creationId xmlns:a16="http://schemas.microsoft.com/office/drawing/2014/main" id="{ABB9326D-D423-461E-B27B-EE5D73A4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517" y="1123950"/>
            <a:ext cx="471287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829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감사관 (나)</a:t>
            </a:r>
          </a:p>
        </p:txBody>
      </p:sp>
      <p:sp>
        <p:nvSpPr>
          <p:cNvPr id="142" name="조직-n-0b1f935e">
            <a:extLst xmlns:a="http://schemas.openxmlformats.org/drawingml/2006/main">
              <a:ext uri="{FF2B5EF4-FFF2-40B4-BE49-F238E27FC236}">
                <a16:creationId xmlns:a16="http://schemas.microsoft.com/office/drawing/2014/main" id="{6A0824E9-8EAB-4763-9D8A-E2D4B76A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9807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43" name="조직-n-e618142f">
            <a:extLst xmlns:a="http://schemas.openxmlformats.org/drawingml/2006/main">
              <a:ext uri="{FF2B5EF4-FFF2-40B4-BE49-F238E27FC236}">
                <a16:creationId xmlns:a16="http://schemas.microsoft.com/office/drawing/2014/main" id="{0916F528-9BCC-4C11-AF93-1F868784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731" y="1123950"/>
            <a:ext cx="471287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829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대변인 (나)</a:t>
            </a:r>
          </a:p>
        </p:txBody>
      </p:sp>
      <p:sp>
        <p:nvSpPr>
          <p:cNvPr id="144" name="조직-n-67f14651">
            <a:extLst xmlns:a="http://schemas.openxmlformats.org/drawingml/2006/main">
              <a:ext uri="{FF2B5EF4-FFF2-40B4-BE49-F238E27FC236}">
                <a16:creationId xmlns:a16="http://schemas.microsoft.com/office/drawing/2014/main" id="{929A8558-BFDC-47BA-8ED9-74B6F7EA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021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45" name="조직-n-ad88cef8">
            <a:extLst xmlns:a="http://schemas.openxmlformats.org/drawingml/2006/main">
              <a:ext uri="{FF2B5EF4-FFF2-40B4-BE49-F238E27FC236}">
                <a16:creationId xmlns:a16="http://schemas.microsoft.com/office/drawing/2014/main" id="{D000A1EC-EFAF-420F-9912-B9F4D8DA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6128" y="3114675"/>
            <a:ext cx="228600" cy="1257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1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C16E479-908C-4B89-B0A9-E6AB3F90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47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982F9FD6-AD01-4811-9DC6-64A3BAA8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14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533177A-5693-429D-B214-F68F9F3A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149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9DB45CF9-F6BB-4B78-A581-51560AE1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150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4B58513D-F005-4D6F-8050-E74F8215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1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1248A2AC-D4A2-4024-91A6-2A48716C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152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BD8611ED-FC30-4C37-B6B3-995F2DBC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(임) 임기제  (책) 책임운영  (총) 총액  (자) 자율  (평) 평가  (한) 한시</a:t>
            </a:r>
          </a:p>
        </p:txBody>
      </p:sp>
      <p:sp>
        <p:nvSpPr>
          <p:cNvPr id="153" name="쪽번호">
            <a:extLst xmlns:a="http://schemas.openxmlformats.org/drawingml/2006/main">
              <a:ext uri="{FF2B5EF4-FFF2-40B4-BE49-F238E27FC236}">
                <a16:creationId xmlns:a16="http://schemas.microsoft.com/office/drawing/2014/main" id="{CD849185-4406-422F-8DA0-FD482CF3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4 / 10</a:t>
            </a:r>
          </a:p>
        </p:txBody>
      </p:sp>
    </p:spTree>
    <p:extLst>
      <p:ext uri="{BB962C8B-B14F-4D97-AF65-F5344CB8AC3E}">
        <p14:creationId xmlns:p14="http://schemas.microsoft.com/office/powerpoint/2010/main" val="10733386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1" name="기관명">
            <a:extLst xmlns:a="http://schemas.openxmlformats.org/drawingml/2006/main">
              <a:ext uri="{FF2B5EF4-FFF2-40B4-BE49-F238E27FC236}">
                <a16:creationId xmlns:a16="http://schemas.microsoft.com/office/drawing/2014/main" id="{E8F1AF0B-7A39-47C0-8E8E-3CA974A3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문화체육관광부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6EBAC64F-1C9A-4250-9202-10D9CD2B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 (1)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4C0B4C45-A225-4A24-9C95-0DB18007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2025.07.01.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00A4A94-0C99-47DA-A8C1-7A13237D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C036696-5927-4565-AE5A-FC6F0A4B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060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AB17C3A-ED17-4DDC-97BB-475504B0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060" y="2237994"/>
            <a:ext cx="7975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0BADF9B-67BB-49B5-9220-E2C40B93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62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6912E4B-7363-4C0A-B010-AD347145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060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574135C-692D-48A6-9640-2462B3FD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544" y="2237994"/>
            <a:ext cx="1794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56638E5-22FB-4AFE-9AA4-0877A9D9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54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8912E80-24F6-40F9-B696-E2B64261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646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58945CE-1B23-440A-9579-E658F86A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6466" y="2237994"/>
            <a:ext cx="5981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D5D5017-BA54-4940-86F3-5A7CAD2C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8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75F9501-E0FA-458B-BD02-BDC95076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646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8C19EBD-073C-4CBE-8059-B6623C0D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2" y="2237994"/>
            <a:ext cx="11963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9666FA9-6C97-445C-B4B4-E1A2ABC2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2C48D40-CB11-487C-85C7-5CA3B94F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646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9A1C070-5B05-489A-93EE-0D5810FF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4" y="2237994"/>
            <a:ext cx="5981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1544723-A8C8-415E-B5F4-FD9947C9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D3018BD-E34C-4E9C-83B8-6DDC8F21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622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2B4B4CB-E625-4DBC-A596-33910E81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1841" y="4228719"/>
            <a:ext cx="39878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DAAC558-64C2-4B04-9EE9-D90DF852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184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BEB232F-7E90-4D2D-9641-B4CF8D2B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622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5D23B15-3DA4-4A39-A69B-1300837A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5497" y="4228719"/>
            <a:ext cx="159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DBB69D8-F25C-40CE-9EF4-F2703BDE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549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7D072D3-2A65-4BCC-9223-12A412E9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622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02B0B92-5D53-44F8-AFAF-0520B6D1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278" y="4228719"/>
            <a:ext cx="11963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8548E43-BACE-4D44-9B19-984F9CC4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27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EB0B7B8-428F-47EA-8092-7CAF9920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54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8FCAEF3-6F10-4E30-8D93-8AC221A2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153" y="4228719"/>
            <a:ext cx="199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7C0FC9E-BFB0-4563-91DD-5E370AD3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153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F60E0B2-CF70-4B9F-9889-5953625B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54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85E3B3E-AF24-4CD7-B276-EED33BC3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544" y="4228719"/>
            <a:ext cx="199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9E3D2CF-DEA6-4C34-91F8-E38C5E63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793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A9D6D16-9176-41AD-94F4-583D4EA3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54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23ECCE4-80D8-4422-A50B-52B9656D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544" y="4228719"/>
            <a:ext cx="5981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994A558-4088-4D2F-8FB3-E0DC943F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6F5868C-96DF-45C2-ABE7-939587A4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54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EAC6649-D395-46D6-9FAC-4843E44D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372" y="4228719"/>
            <a:ext cx="5981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A763895-6E68-46C3-BFA6-2AF8C687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372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7C30175-416C-4CA6-B248-AB0FE543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622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ADD1088-3444-4E8C-8220-FCF8D771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622" y="4228719"/>
            <a:ext cx="11963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0E04147-EFD5-464B-94F8-33492B5D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96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3989727-2D0A-4CCC-8552-9B21582B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622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072C5D8-EC79-46D1-8621-E8DF8B1C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622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CC26BA6-519B-4096-8648-347AA6C1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622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4386122-AF7E-4C4B-B73A-E7A897C0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622" y="4228719"/>
            <a:ext cx="7975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48DD048-6A13-42EF-AFA1-20CC8BF7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8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1F40988-9875-4938-8A45-A5D85134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622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D0A524A-852D-49A5-B870-D5B79E59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622" y="4228719"/>
            <a:ext cx="39878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01E61E1-27A4-4373-87F2-F42FA2FD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9403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EA2B696-A109-4E25-994A-C8E2CE6F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622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31117C3-B584-4735-AE97-701B1CD9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622" y="4228719"/>
            <a:ext cx="159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D79D501-185E-4468-8312-CF2D67FB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74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0BDF533-5398-4C08-85E3-72C5A1A5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622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1AD1141-531C-4A10-B0C2-5EE0080A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060" y="4228719"/>
            <a:ext cx="7975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9820A25-D4FF-4BAB-A13E-180673D6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060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E2BF7D9-087E-42AB-96E1-AC4E1A08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8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E9C120B-AF78-457C-912D-728633ED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247" y="4228719"/>
            <a:ext cx="199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6F20F86-20C5-4050-B704-0EDBC57B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24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E316D99-EE11-494B-AF8C-6048D06E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8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FAE5CC1-6894-4A55-9C7A-3B425934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8" y="4228719"/>
            <a:ext cx="5981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D76DD1D-D2A6-40FE-99E9-52F95F32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10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1806217-3521-47AE-8502-48D32603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8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F3880F9-6E8C-4F45-9B14-7247D727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6466" y="4228719"/>
            <a:ext cx="5981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54B011F-2FBF-4B93-82B9-E5A240EA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646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07E0628-0A98-4F14-AA0C-1263F989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8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02C3D13-498A-438C-BBB0-709AEB5B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8" y="4228719"/>
            <a:ext cx="199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602B833-0B30-4C2F-AA0F-281289BF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02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AE482C7-9500-4E47-867E-E1F23A81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EAFF72D-F0A1-42ED-B1FB-87B711FF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903" y="4228719"/>
            <a:ext cx="199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2577BB6-9D88-4C0F-9F4A-62F08B42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903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3" name="조직-n-a788d73f">
            <a:extLst xmlns:a="http://schemas.openxmlformats.org/drawingml/2006/main">
              <a:ext uri="{FF2B5EF4-FFF2-40B4-BE49-F238E27FC236}">
                <a16:creationId xmlns:a16="http://schemas.microsoft.com/office/drawing/2014/main" id="{D5F9AD61-AE1D-44D1-A516-98CD4806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816" y="1123950"/>
            <a:ext cx="311049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5530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국립국악고등학교</a:t>
            </a:r>
          </a:p>
        </p:txBody>
      </p:sp>
      <p:sp>
        <p:nvSpPr>
          <p:cNvPr id="74" name="조직-n-bacaf8db">
            <a:extLst xmlns:a="http://schemas.openxmlformats.org/drawingml/2006/main">
              <a:ext uri="{FF2B5EF4-FFF2-40B4-BE49-F238E27FC236}">
                <a16:creationId xmlns:a16="http://schemas.microsoft.com/office/drawing/2014/main" id="{03372051-AE76-4F29-96D2-20E53758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828" y="1123950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국립국악원 (가)</a:t>
            </a:r>
          </a:p>
        </p:txBody>
      </p:sp>
      <p:sp>
        <p:nvSpPr>
          <p:cNvPr id="75" name="조직-n-841fbd0d">
            <a:extLst xmlns:a="http://schemas.openxmlformats.org/drawingml/2006/main">
              <a:ext uri="{FF2B5EF4-FFF2-40B4-BE49-F238E27FC236}">
                <a16:creationId xmlns:a16="http://schemas.microsoft.com/office/drawing/2014/main" id="{430A260D-B6CF-409C-85BB-E60CA2CF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548" y="3114675"/>
            <a:ext cx="279147" cy="1257300"/>
          </a:xfrm>
          <a:prstGeom xmlns:a="http://schemas.openxmlformats.org/drawingml/2006/main" prst="roundRect">
            <a:avLst>
              <a:gd name="adj" fmla="val 3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76" name="조직-n-eee7dee8">
            <a:extLst xmlns:a="http://schemas.openxmlformats.org/drawingml/2006/main">
              <a:ext uri="{FF2B5EF4-FFF2-40B4-BE49-F238E27FC236}">
                <a16:creationId xmlns:a16="http://schemas.microsoft.com/office/drawing/2014/main" id="{08350360-1E4C-4570-AB20-5AF455A0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244" y="3114675"/>
            <a:ext cx="622099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지방국악원</a:t>
            </a:r>
          </a:p>
        </p:txBody>
      </p:sp>
      <p:sp>
        <p:nvSpPr>
          <p:cNvPr id="77" name="조직-n-8765af75">
            <a:extLst xmlns:a="http://schemas.openxmlformats.org/drawingml/2006/main">
              <a:ext uri="{FF2B5EF4-FFF2-40B4-BE49-F238E27FC236}">
                <a16:creationId xmlns:a16="http://schemas.microsoft.com/office/drawing/2014/main" id="{80559204-72BF-4E8B-8BD1-5F9D1E2B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330" y="5105400"/>
            <a:ext cx="279147" cy="1257300"/>
          </a:xfrm>
          <a:prstGeom xmlns:a="http://schemas.openxmlformats.org/drawingml/2006/main" prst="roundRect">
            <a:avLst>
              <a:gd name="adj" fmla="val 341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8" name="조직-n-f5dcad47">
            <a:extLst xmlns:a="http://schemas.openxmlformats.org/drawingml/2006/main">
              <a:ext uri="{FF2B5EF4-FFF2-40B4-BE49-F238E27FC236}">
                <a16:creationId xmlns:a16="http://schemas.microsoft.com/office/drawing/2014/main" id="{8A28B8F6-09C9-4737-9E55-A206A1E6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000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기획운영단 (나)</a:t>
            </a:r>
          </a:p>
        </p:txBody>
      </p:sp>
      <p:sp>
        <p:nvSpPr>
          <p:cNvPr id="79" name="조직-n-5a8021b8">
            <a:extLst xmlns:a="http://schemas.openxmlformats.org/drawingml/2006/main">
              <a:ext uri="{FF2B5EF4-FFF2-40B4-BE49-F238E27FC236}">
                <a16:creationId xmlns:a16="http://schemas.microsoft.com/office/drawing/2014/main" id="{D329598B-0E71-4F00-9C97-A46CB97A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892" y="5105400"/>
            <a:ext cx="279147" cy="1257300"/>
          </a:xfrm>
          <a:prstGeom xmlns:a="http://schemas.openxmlformats.org/drawingml/2006/main" prst="roundRect">
            <a:avLst>
              <a:gd name="adj" fmla="val 341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0" name="조직-n-cd7ae572">
            <a:extLst xmlns:a="http://schemas.openxmlformats.org/drawingml/2006/main">
              <a:ext uri="{FF2B5EF4-FFF2-40B4-BE49-F238E27FC236}">
                <a16:creationId xmlns:a16="http://schemas.microsoft.com/office/drawing/2014/main" id="{E3E337B3-9B4F-4C63-ACBE-A6EEB6F2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674" y="5105400"/>
            <a:ext cx="279147" cy="1257300"/>
          </a:xfrm>
          <a:prstGeom xmlns:a="http://schemas.openxmlformats.org/drawingml/2006/main" prst="roundRect">
            <a:avLst>
              <a:gd name="adj" fmla="val 341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1" name="조직-n-e03ed53f">
            <a:extLst xmlns:a="http://schemas.openxmlformats.org/drawingml/2006/main">
              <a:ext uri="{FF2B5EF4-FFF2-40B4-BE49-F238E27FC236}">
                <a16:creationId xmlns:a16="http://schemas.microsoft.com/office/drawing/2014/main" id="{22515227-ED99-4D94-B547-8CA1D15F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455" y="5105400"/>
            <a:ext cx="279147" cy="1257300"/>
          </a:xfrm>
          <a:prstGeom xmlns:a="http://schemas.openxmlformats.org/drawingml/2006/main" prst="roundRect">
            <a:avLst>
              <a:gd name="adj" fmla="val 341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2" name="조직-n-ee883ab9">
            <a:extLst xmlns:a="http://schemas.openxmlformats.org/drawingml/2006/main">
              <a:ext uri="{FF2B5EF4-FFF2-40B4-BE49-F238E27FC236}">
                <a16:creationId xmlns:a16="http://schemas.microsoft.com/office/drawing/2014/main" id="{20CEACC4-A756-4DE7-90F7-FDB46745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236" y="5105400"/>
            <a:ext cx="279147" cy="1257300"/>
          </a:xfrm>
          <a:prstGeom xmlns:a="http://schemas.openxmlformats.org/drawingml/2006/main" prst="roundRect">
            <a:avLst>
              <a:gd name="adj" fmla="val 341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3" name="조직-n-03bf80a9">
            <a:extLst xmlns:a="http://schemas.openxmlformats.org/drawingml/2006/main">
              <a:ext uri="{FF2B5EF4-FFF2-40B4-BE49-F238E27FC236}">
                <a16:creationId xmlns:a16="http://schemas.microsoft.com/office/drawing/2014/main" id="{3FA9D785-421F-4085-A28C-1AA3209A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066" y="1123950"/>
            <a:ext cx="311049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5530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국립국악중학교</a:t>
            </a:r>
          </a:p>
        </p:txBody>
      </p:sp>
      <p:sp>
        <p:nvSpPr>
          <p:cNvPr id="84" name="조직-n-f3d0d982">
            <a:extLst xmlns:a="http://schemas.openxmlformats.org/drawingml/2006/main">
              <a:ext uri="{FF2B5EF4-FFF2-40B4-BE49-F238E27FC236}">
                <a16:creationId xmlns:a16="http://schemas.microsoft.com/office/drawing/2014/main" id="{49EA404D-86BF-4D1D-A68B-23F19160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4422" y="1123950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국립국어원 (가)</a:t>
            </a:r>
          </a:p>
        </p:txBody>
      </p:sp>
      <p:sp>
        <p:nvSpPr>
          <p:cNvPr id="85" name="조직-n-83c9783b">
            <a:extLst xmlns:a="http://schemas.openxmlformats.org/drawingml/2006/main">
              <a:ext uri="{FF2B5EF4-FFF2-40B4-BE49-F238E27FC236}">
                <a16:creationId xmlns:a16="http://schemas.microsoft.com/office/drawing/2014/main" id="{86C492EA-102B-4FF5-B3E0-614E42BD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906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어문연구실 (나)</a:t>
            </a:r>
          </a:p>
        </p:txBody>
      </p:sp>
      <p:sp>
        <p:nvSpPr>
          <p:cNvPr id="86" name="조직-n-7d55b926">
            <a:extLst xmlns:a="http://schemas.openxmlformats.org/drawingml/2006/main">
              <a:ext uri="{FF2B5EF4-FFF2-40B4-BE49-F238E27FC236}">
                <a16:creationId xmlns:a16="http://schemas.microsoft.com/office/drawing/2014/main" id="{6813FA9E-31D6-4E66-89CE-B90C9757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799" y="5105400"/>
            <a:ext cx="279147" cy="1257300"/>
          </a:xfrm>
          <a:prstGeom xmlns:a="http://schemas.openxmlformats.org/drawingml/2006/main" prst="roundRect">
            <a:avLst>
              <a:gd name="adj" fmla="val 341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7" name="조직-n-6b355873">
            <a:extLst xmlns:a="http://schemas.openxmlformats.org/drawingml/2006/main">
              <a:ext uri="{FF2B5EF4-FFF2-40B4-BE49-F238E27FC236}">
                <a16:creationId xmlns:a16="http://schemas.microsoft.com/office/drawing/2014/main" id="{F27C999B-DE72-4507-A210-A51A39F4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580" y="5105400"/>
            <a:ext cx="279147" cy="1257300"/>
          </a:xfrm>
          <a:prstGeom xmlns:a="http://schemas.openxmlformats.org/drawingml/2006/main" prst="roundRect">
            <a:avLst>
              <a:gd name="adj" fmla="val 341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8" name="조직-n-92545cd4">
            <a:extLst xmlns:a="http://schemas.openxmlformats.org/drawingml/2006/main">
              <a:ext uri="{FF2B5EF4-FFF2-40B4-BE49-F238E27FC236}">
                <a16:creationId xmlns:a16="http://schemas.microsoft.com/office/drawing/2014/main" id="{E120439B-A925-435B-A4B5-95A405CC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361" y="5105400"/>
            <a:ext cx="279147" cy="1257300"/>
          </a:xfrm>
          <a:prstGeom xmlns:a="http://schemas.openxmlformats.org/drawingml/2006/main" prst="roundRect">
            <a:avLst>
              <a:gd name="adj" fmla="val 341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9" name="조직-n-0f702dab">
            <a:extLst xmlns:a="http://schemas.openxmlformats.org/drawingml/2006/main">
              <a:ext uri="{FF2B5EF4-FFF2-40B4-BE49-F238E27FC236}">
                <a16:creationId xmlns:a16="http://schemas.microsoft.com/office/drawing/2014/main" id="{CF95D242-AB77-4526-A998-C6240342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142" y="5105400"/>
            <a:ext cx="279147" cy="1257300"/>
          </a:xfrm>
          <a:prstGeom xmlns:a="http://schemas.openxmlformats.org/drawingml/2006/main" prst="roundRect">
            <a:avLst>
              <a:gd name="adj" fmla="val 341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0" name="조직-n-36b4acea">
            <a:extLst xmlns:a="http://schemas.openxmlformats.org/drawingml/2006/main">
              <a:ext uri="{FF2B5EF4-FFF2-40B4-BE49-F238E27FC236}">
                <a16:creationId xmlns:a16="http://schemas.microsoft.com/office/drawing/2014/main" id="{3D536C53-1C42-4B02-BEA2-4E376A59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985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기획연수부 (나)</a:t>
            </a:r>
          </a:p>
        </p:txBody>
      </p:sp>
      <p:sp>
        <p:nvSpPr>
          <p:cNvPr id="91" name="조직-n-f9089ecd">
            <a:extLst xmlns:a="http://schemas.openxmlformats.org/drawingml/2006/main">
              <a:ext uri="{FF2B5EF4-FFF2-40B4-BE49-F238E27FC236}">
                <a16:creationId xmlns:a16="http://schemas.microsoft.com/office/drawing/2014/main" id="{B6B48062-699C-4F7B-94AA-84DFC147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924" y="5105400"/>
            <a:ext cx="279147" cy="1257300"/>
          </a:xfrm>
          <a:prstGeom xmlns:a="http://schemas.openxmlformats.org/drawingml/2006/main" prst="roundRect">
            <a:avLst>
              <a:gd name="adj" fmla="val 341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2" name="조직-n-a3c1cd1a">
            <a:extLst xmlns:a="http://schemas.openxmlformats.org/drawingml/2006/main">
              <a:ext uri="{FF2B5EF4-FFF2-40B4-BE49-F238E27FC236}">
                <a16:creationId xmlns:a16="http://schemas.microsoft.com/office/drawing/2014/main" id="{6B594977-8319-4BE5-B12C-B87BDEF9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4705" y="5105400"/>
            <a:ext cx="279147" cy="1257300"/>
          </a:xfrm>
          <a:prstGeom xmlns:a="http://schemas.openxmlformats.org/drawingml/2006/main" prst="roundRect">
            <a:avLst>
              <a:gd name="adj" fmla="val 341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육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3" name="조직-n-4d669277">
            <a:extLst xmlns:a="http://schemas.openxmlformats.org/drawingml/2006/main">
              <a:ext uri="{FF2B5EF4-FFF2-40B4-BE49-F238E27FC236}">
                <a16:creationId xmlns:a16="http://schemas.microsoft.com/office/drawing/2014/main" id="{702B619F-1016-4077-8DE4-7970556F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486" y="5105400"/>
            <a:ext cx="279147" cy="1257300"/>
          </a:xfrm>
          <a:prstGeom xmlns:a="http://schemas.openxmlformats.org/drawingml/2006/main" prst="roundRect">
            <a:avLst>
              <a:gd name="adj" fmla="val 341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94" name="조직-n-e1ff2fcb">
            <a:extLst xmlns:a="http://schemas.openxmlformats.org/drawingml/2006/main">
              <a:ext uri="{FF2B5EF4-FFF2-40B4-BE49-F238E27FC236}">
                <a16:creationId xmlns:a16="http://schemas.microsoft.com/office/drawing/2014/main" id="{D2F4E3B1-F7F4-405E-8EB3-426E7CE1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268" y="5105400"/>
            <a:ext cx="279147" cy="1257300"/>
          </a:xfrm>
          <a:prstGeom xmlns:a="http://schemas.openxmlformats.org/drawingml/2006/main" prst="roundRect">
            <a:avLst>
              <a:gd name="adj" fmla="val 341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5" name="조직-n-3468ed19">
            <a:extLst xmlns:a="http://schemas.openxmlformats.org/drawingml/2006/main">
              <a:ext uri="{FF2B5EF4-FFF2-40B4-BE49-F238E27FC236}">
                <a16:creationId xmlns:a16="http://schemas.microsoft.com/office/drawing/2014/main" id="{E6226B1D-E6E3-4302-9E42-E0F6DEF7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1049" y="5105400"/>
            <a:ext cx="279147" cy="1257300"/>
          </a:xfrm>
          <a:prstGeom xmlns:a="http://schemas.openxmlformats.org/drawingml/2006/main" prst="roundRect">
            <a:avLst>
              <a:gd name="adj" fmla="val 341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6" name="조직-n-c85cdd1d">
            <a:extLst xmlns:a="http://schemas.openxmlformats.org/drawingml/2006/main">
              <a:ext uri="{FF2B5EF4-FFF2-40B4-BE49-F238E27FC236}">
                <a16:creationId xmlns:a16="http://schemas.microsoft.com/office/drawing/2014/main" id="{E4D33CE3-98AF-4562-BCF5-FAF718CD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830" y="5105400"/>
            <a:ext cx="279147" cy="1257300"/>
          </a:xfrm>
          <a:prstGeom xmlns:a="http://schemas.openxmlformats.org/drawingml/2006/main" prst="roundRect">
            <a:avLst>
              <a:gd name="adj" fmla="val 341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7" name="조직-n-9599fdb7">
            <a:extLst xmlns:a="http://schemas.openxmlformats.org/drawingml/2006/main">
              <a:ext uri="{FF2B5EF4-FFF2-40B4-BE49-F238E27FC236}">
                <a16:creationId xmlns:a16="http://schemas.microsoft.com/office/drawing/2014/main" id="{E9679633-81B1-471D-95D1-B7D29606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8611" y="5105400"/>
            <a:ext cx="279147" cy="1257300"/>
          </a:xfrm>
          <a:prstGeom xmlns:a="http://schemas.openxmlformats.org/drawingml/2006/main" prst="roundRect">
            <a:avLst>
              <a:gd name="adj" fmla="val 341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8" name="조직-n-0fe8378e">
            <a:extLst xmlns:a="http://schemas.openxmlformats.org/drawingml/2006/main">
              <a:ext uri="{FF2B5EF4-FFF2-40B4-BE49-F238E27FC236}">
                <a16:creationId xmlns:a16="http://schemas.microsoft.com/office/drawing/2014/main" id="{EBE01635-B70C-486B-8934-4FD70520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393" y="5105400"/>
            <a:ext cx="279147" cy="1257300"/>
          </a:xfrm>
          <a:prstGeom xmlns:a="http://schemas.openxmlformats.org/drawingml/2006/main" prst="roundRect">
            <a:avLst>
              <a:gd name="adj" fmla="val 341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9" name="조직-n-89c14a18">
            <a:extLst xmlns:a="http://schemas.openxmlformats.org/drawingml/2006/main">
              <a:ext uri="{FF2B5EF4-FFF2-40B4-BE49-F238E27FC236}">
                <a16:creationId xmlns:a16="http://schemas.microsoft.com/office/drawing/2014/main" id="{B7518F7F-31D6-4964-AA98-56BE5682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174" y="5105400"/>
            <a:ext cx="279147" cy="1257300"/>
          </a:xfrm>
          <a:prstGeom xmlns:a="http://schemas.openxmlformats.org/drawingml/2006/main" prst="roundRect">
            <a:avLst>
              <a:gd name="adj" fmla="val 341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0" name="조직-n-c578cbbe">
            <a:extLst xmlns:a="http://schemas.openxmlformats.org/drawingml/2006/main">
              <a:ext uri="{FF2B5EF4-FFF2-40B4-BE49-F238E27FC236}">
                <a16:creationId xmlns:a16="http://schemas.microsoft.com/office/drawing/2014/main" id="{8E244092-E1FB-4E5D-896E-FE9624DC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9004" y="1123950"/>
            <a:ext cx="311049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516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국립아시아문화전당 (책)</a:t>
            </a:r>
          </a:p>
        </p:txBody>
      </p:sp>
      <p:sp>
        <p:nvSpPr>
          <p:cNvPr id="101" name="조직-n-e68938ee">
            <a:extLst xmlns:a="http://schemas.openxmlformats.org/drawingml/2006/main">
              <a:ext uri="{FF2B5EF4-FFF2-40B4-BE49-F238E27FC236}">
                <a16:creationId xmlns:a16="http://schemas.microsoft.com/office/drawing/2014/main" id="{AB0A8114-4CDA-4072-B41D-67B31F1A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7785" y="1123950"/>
            <a:ext cx="311049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516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국립전통예술고등학교</a:t>
            </a:r>
          </a:p>
        </p:txBody>
      </p:sp>
      <p:sp>
        <p:nvSpPr>
          <p:cNvPr id="102" name="조직-n-bbadd586">
            <a:extLst xmlns:a="http://schemas.openxmlformats.org/drawingml/2006/main">
              <a:ext uri="{FF2B5EF4-FFF2-40B4-BE49-F238E27FC236}">
                <a16:creationId xmlns:a16="http://schemas.microsoft.com/office/drawing/2014/main" id="{CF3B14D4-921A-4BFB-98E3-4311F33F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6566" y="1123950"/>
            <a:ext cx="311049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5530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국립전통예술중학교</a:t>
            </a:r>
          </a:p>
        </p:txBody>
      </p:sp>
      <p:sp>
        <p:nvSpPr>
          <p:cNvPr id="10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B0A421C-10D8-4223-8425-3B8208F0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04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3ED5E610-B6A2-422B-8524-30C68647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10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0147B42-73C8-4412-8114-A50AC285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106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FB5BCBD3-D5B9-4713-9D6C-C2A20628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107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4B11BD89-3144-494C-9E31-73D52E26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8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52ED203B-3A29-4541-BFA7-F12739B2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109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2C7F4BF1-5050-4EED-8D07-C90FE664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(임) 임기제  (책) 책임운영  (총) 총액  (자) 자율  (평) 평가  (한) 한시</a:t>
            </a:r>
          </a:p>
        </p:txBody>
      </p:sp>
      <p:sp>
        <p:nvSpPr>
          <p:cNvPr id="110" name="쪽번호">
            <a:extLst xmlns:a="http://schemas.openxmlformats.org/drawingml/2006/main">
              <a:ext uri="{FF2B5EF4-FFF2-40B4-BE49-F238E27FC236}">
                <a16:creationId xmlns:a16="http://schemas.microsoft.com/office/drawing/2014/main" id="{EE30F001-05B6-4FC3-AC6F-F00C996E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5 / 10</a:t>
            </a:r>
          </a:p>
        </p:txBody>
      </p:sp>
    </p:spTree>
    <p:extLst>
      <p:ext uri="{BB962C8B-B14F-4D97-AF65-F5344CB8AC3E}">
        <p14:creationId xmlns:p14="http://schemas.microsoft.com/office/powerpoint/2010/main" val="11116441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기관명">
            <a:extLst xmlns:a="http://schemas.openxmlformats.org/drawingml/2006/main">
              <a:ext uri="{FF2B5EF4-FFF2-40B4-BE49-F238E27FC236}">
                <a16:creationId xmlns:a16="http://schemas.microsoft.com/office/drawing/2014/main" id="{389F444C-5ED1-4505-AAE7-C5D8BFE5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문화체육관광부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8074D2B9-DD3F-4857-BD71-D513499F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 (2)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F4182AA6-343D-4227-BFCF-D5766BAF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2025.07.01.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6CF623B-01C7-4CD1-8BE0-7AF3B187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9D1DB6A-75B3-45E7-A450-48C43043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44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CA212EE-0B21-415C-B4EB-440CA32F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18" y="2237994"/>
            <a:ext cx="10494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C9913A8-3B00-4C27-BEF7-4D3F29D2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18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BFF8BB1-BA5F-4527-9B7C-9EA75014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44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E4D1AB2-F2F5-42B9-85A0-424B70F2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443" y="2237994"/>
            <a:ext cx="2623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CF4C6DA-935C-414D-A285-926B756F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79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2AEC771-0DD8-4E03-A31B-92536873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44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0D7EEF2-6F25-4868-847C-878AB77E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443" y="2237994"/>
            <a:ext cx="13117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106FD8F-8351-4FA8-9DE8-955C4097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022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AA5516B-E6FF-40D6-8524-92AD30DB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18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40BFF0E-2B16-4C27-85F7-0A0BAD7C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06" y="4228719"/>
            <a:ext cx="5247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9C0C8F0-D14E-46CC-99C6-467382A1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0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6714BD7-C151-404D-8B3D-8D2E482B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18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6F4B886-F1B0-4135-8B0E-2170109B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1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E58F6F5-DD41-42C3-B93C-4A8B55BC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18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93C3C69-F63A-4B36-8440-2E22067A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18" y="4228719"/>
            <a:ext cx="5247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1EA2571-3C0E-4CD6-91D2-983064D8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30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C0CE9AA-D16A-4838-8BA9-AD87D381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79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95B524A-1274-4DD8-B876-98D6BE6A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443" y="4228719"/>
            <a:ext cx="2623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741CFF9-7B9F-4B52-A871-E5D4B272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443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3D70232-998C-4BB3-81C4-D673779C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79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578FE86-A057-4B39-9467-8D88AC39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799" y="4228719"/>
            <a:ext cx="2623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605D817-FF51-445E-A1FB-8615B20B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315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CB1F494-CA37-40CD-951D-C4133A60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0223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29F8A11-FE5D-49D5-BF66-84DC7DDB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0223" y="4228719"/>
            <a:ext cx="2623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5509D53-E414-4488-B75D-784B430D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57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35C682C-2327-483D-8771-F9ED6D14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0223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86DACFD-5FDB-4188-8311-10F1B817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7867" y="4228719"/>
            <a:ext cx="2623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35ADA9D-CC6F-4FBD-A33D-247999EA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786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F0B507E-D48A-4D40-8E75-B2AA6C31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989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926F35E-BFD7-4DE7-97D9-7B43D559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0277" y="2237994"/>
            <a:ext cx="5247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F4B4AB9-4542-4074-959E-92133068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027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A941AB1-D542-4F40-A1A4-4C00D341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989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13877B8-083A-46AE-BFD2-A2F0FB04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989" y="2237994"/>
            <a:ext cx="5247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A163D27-068A-434C-BA4D-648E70DE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70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07C6C6F-1134-4AE6-94F8-10FC7537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989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D045B39-0978-44F8-8844-B3CCF2B6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98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3B7456E-F699-4A98-BE64-8D94A64C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784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6371359-F1C4-43B1-BABE-7597A519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004" y="2237994"/>
            <a:ext cx="13117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D7426F3-5AFC-4870-AA0E-D7CCA61E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00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1E20F18-2DDE-4F41-A54C-83D9029D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784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DDDEEB9-2768-444D-B133-31F1C4A4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1428" y="2237994"/>
            <a:ext cx="2623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C5D1ABF-9074-4B96-BC32-3EC7ED02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1428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6E5F08F-8F89-4E4A-8B86-A6279D4D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784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A395634-B42F-4665-85B1-71894081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784" y="2237994"/>
            <a:ext cx="13117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01DADE5-B7E9-42AD-AABB-686356E4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56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A9FAD09-E4EF-4391-ABC7-1CD2F463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784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AD2A57F-2BC2-41D5-A020-9251679B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7870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508CCFB-A957-477F-A442-6B4661AB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7C896FB-B3A6-4B8C-BDF4-D1C48DC6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784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E2E9E29-7AA4-4045-81FF-66CDF393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784" y="2237994"/>
            <a:ext cx="7870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57A69A2-8B9F-4888-A6DA-C5870FA2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085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B806834-7343-4050-B3F7-4CD51CE3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784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AD54E36-3062-44BC-A99A-DCBF99DD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784" y="2237994"/>
            <a:ext cx="2623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1DEFF82-65F2-4E41-B80B-BBEB8A77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14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A4DE21F-B4AA-4850-A8AF-4C70D614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770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17D2CBE-4D6F-4821-B068-247FB9AB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770" y="2237994"/>
            <a:ext cx="2623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CE9E607-5915-468E-A128-1F27FF56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912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2111E52-ED0B-4F76-A469-1A31273F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770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137402B-39A0-407E-837F-A4C482D3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413" y="2237994"/>
            <a:ext cx="2623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821ED05-D042-4237-A62F-6973F57A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41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6" name="조직-n-397ca1cd">
            <a:extLst xmlns:a="http://schemas.openxmlformats.org/drawingml/2006/main">
              <a:ext uri="{FF2B5EF4-FFF2-40B4-BE49-F238E27FC236}">
                <a16:creationId xmlns:a16="http://schemas.microsoft.com/office/drawing/2014/main" id="{2EB5DAC0-7025-4E29-AF37-B5D293CD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083" y="1123950"/>
            <a:ext cx="118872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한국예술종합학교</a:t>
            </a:r>
          </a:p>
        </p:txBody>
      </p:sp>
      <p:sp>
        <p:nvSpPr>
          <p:cNvPr id="67" name="조직-n-e9de530e">
            <a:extLst xmlns:a="http://schemas.openxmlformats.org/drawingml/2006/main">
              <a:ext uri="{FF2B5EF4-FFF2-40B4-BE49-F238E27FC236}">
                <a16:creationId xmlns:a16="http://schemas.microsoft.com/office/drawing/2014/main" id="{0ECA6E72-EE15-45D8-B676-6665D8AF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196" y="3114675"/>
            <a:ext cx="96964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교학처</a:t>
            </a:r>
          </a:p>
        </p:txBody>
      </p:sp>
      <p:sp>
        <p:nvSpPr>
          <p:cNvPr id="68" name="조직-n-b876c627">
            <a:extLst xmlns:a="http://schemas.openxmlformats.org/drawingml/2006/main">
              <a:ext uri="{FF2B5EF4-FFF2-40B4-BE49-F238E27FC236}">
                <a16:creationId xmlns:a16="http://schemas.microsoft.com/office/drawing/2014/main" id="{F0F63698-E8C9-4AEE-A91B-B5A3CB36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06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69" name="조직-n-ec344671">
            <a:extLst xmlns:a="http://schemas.openxmlformats.org/drawingml/2006/main">
              <a:ext uri="{FF2B5EF4-FFF2-40B4-BE49-F238E27FC236}">
                <a16:creationId xmlns:a16="http://schemas.microsoft.com/office/drawing/2014/main" id="{20AB07C8-35FA-4A77-9AE9-08D0FED9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18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학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0" name="조직-n-46a64335">
            <a:extLst xmlns:a="http://schemas.openxmlformats.org/drawingml/2006/main">
              <a:ext uri="{FF2B5EF4-FFF2-40B4-BE49-F238E27FC236}">
                <a16:creationId xmlns:a16="http://schemas.microsoft.com/office/drawing/2014/main" id="{76016959-8B27-4555-BC31-8EF8E590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330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학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1" name="조직-n-89828e3a">
            <a:extLst xmlns:a="http://schemas.openxmlformats.org/drawingml/2006/main">
              <a:ext uri="{FF2B5EF4-FFF2-40B4-BE49-F238E27FC236}">
                <a16:creationId xmlns:a16="http://schemas.microsoft.com/office/drawing/2014/main" id="{E5E38130-87E4-4487-B391-7A1D90ED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523" y="3114675"/>
            <a:ext cx="818551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기획처</a:t>
            </a:r>
          </a:p>
        </p:txBody>
      </p:sp>
      <p:sp>
        <p:nvSpPr>
          <p:cNvPr id="72" name="조직-n-e61a3f0e">
            <a:extLst xmlns:a="http://schemas.openxmlformats.org/drawingml/2006/main">
              <a:ext uri="{FF2B5EF4-FFF2-40B4-BE49-F238E27FC236}">
                <a16:creationId xmlns:a16="http://schemas.microsoft.com/office/drawing/2014/main" id="{AF3CD3D3-1C0D-4323-80D9-D3B48B8E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43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3" name="조직-n-61738305">
            <a:extLst xmlns:a="http://schemas.openxmlformats.org/drawingml/2006/main">
              <a:ext uri="{FF2B5EF4-FFF2-40B4-BE49-F238E27FC236}">
                <a16:creationId xmlns:a16="http://schemas.microsoft.com/office/drawing/2014/main" id="{5BBAAB90-4728-45BF-907F-AA7CDDE5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55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4" name="조직-n-f591ac80">
            <a:extLst xmlns:a="http://schemas.openxmlformats.org/drawingml/2006/main">
              <a:ext uri="{FF2B5EF4-FFF2-40B4-BE49-F238E27FC236}">
                <a16:creationId xmlns:a16="http://schemas.microsoft.com/office/drawing/2014/main" id="{B6539EC9-CC67-4988-89E1-671C8889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948" y="3114675"/>
            <a:ext cx="818551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사무국 (나)</a:t>
            </a:r>
          </a:p>
        </p:txBody>
      </p:sp>
      <p:sp>
        <p:nvSpPr>
          <p:cNvPr id="75" name="조직-n-c1a8b427">
            <a:extLst xmlns:a="http://schemas.openxmlformats.org/drawingml/2006/main">
              <a:ext uri="{FF2B5EF4-FFF2-40B4-BE49-F238E27FC236}">
                <a16:creationId xmlns:a16="http://schemas.microsoft.com/office/drawing/2014/main" id="{702561E3-FC46-43DB-A6E0-5E0484A0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467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6" name="조직-n-2d30fb18">
            <a:extLst xmlns:a="http://schemas.openxmlformats.org/drawingml/2006/main">
              <a:ext uri="{FF2B5EF4-FFF2-40B4-BE49-F238E27FC236}">
                <a16:creationId xmlns:a16="http://schemas.microsoft.com/office/drawing/2014/main" id="{D392B5AE-09C0-4D98-8CBD-5A747286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179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7" name="조직-n-f28d725a">
            <a:extLst xmlns:a="http://schemas.openxmlformats.org/drawingml/2006/main">
              <a:ext uri="{FF2B5EF4-FFF2-40B4-BE49-F238E27FC236}">
                <a16:creationId xmlns:a16="http://schemas.microsoft.com/office/drawing/2014/main" id="{73058039-246C-4E45-AADA-993B1C80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654" y="1123950"/>
            <a:ext cx="409276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6089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한국정책방송원 (책)</a:t>
            </a:r>
          </a:p>
        </p:txBody>
      </p:sp>
      <p:sp>
        <p:nvSpPr>
          <p:cNvPr id="78" name="조직-n-7bbc578f">
            <a:extLst xmlns:a="http://schemas.openxmlformats.org/drawingml/2006/main">
              <a:ext uri="{FF2B5EF4-FFF2-40B4-BE49-F238E27FC236}">
                <a16:creationId xmlns:a16="http://schemas.microsoft.com/office/drawing/2014/main" id="{1CBA8E8E-D9A1-4BEE-90F4-B5875789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1332" y="1123950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국립민속박물관 (나)</a:t>
            </a:r>
          </a:p>
        </p:txBody>
      </p:sp>
      <p:sp>
        <p:nvSpPr>
          <p:cNvPr id="79" name="조직-n-977fc8a7">
            <a:extLst xmlns:a="http://schemas.openxmlformats.org/drawingml/2006/main">
              <a:ext uri="{FF2B5EF4-FFF2-40B4-BE49-F238E27FC236}">
                <a16:creationId xmlns:a16="http://schemas.microsoft.com/office/drawing/2014/main" id="{5B88CC20-5E60-4228-A90E-11C411B3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9604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0" name="조직-n-5690bad6">
            <a:extLst xmlns:a="http://schemas.openxmlformats.org/drawingml/2006/main">
              <a:ext uri="{FF2B5EF4-FFF2-40B4-BE49-F238E27FC236}">
                <a16:creationId xmlns:a16="http://schemas.microsoft.com/office/drawing/2014/main" id="{D2DE90D6-35AE-4B60-BAC8-9AA2AD94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316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1" name="조직-n-598c25ad">
            <a:extLst xmlns:a="http://schemas.openxmlformats.org/drawingml/2006/main">
              <a:ext uri="{FF2B5EF4-FFF2-40B4-BE49-F238E27FC236}">
                <a16:creationId xmlns:a16="http://schemas.microsoft.com/office/drawing/2014/main" id="{5FA6F842-ACB5-479D-BE01-E72FB255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028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육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2" name="조직-n-a026e5d2">
            <a:extLst xmlns:a="http://schemas.openxmlformats.org/drawingml/2006/main">
              <a:ext uri="{FF2B5EF4-FFF2-40B4-BE49-F238E27FC236}">
                <a16:creationId xmlns:a16="http://schemas.microsoft.com/office/drawing/2014/main" id="{D1B8DB90-9DC3-45DB-9535-8A9A3735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740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3" name="조직-n-84419e8a">
            <a:extLst xmlns:a="http://schemas.openxmlformats.org/drawingml/2006/main">
              <a:ext uri="{FF2B5EF4-FFF2-40B4-BE49-F238E27FC236}">
                <a16:creationId xmlns:a16="http://schemas.microsoft.com/office/drawing/2014/main" id="{1435AF09-D34A-4077-95B5-F5B7B510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452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학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4" name="조직-n-8fe2a166">
            <a:extLst xmlns:a="http://schemas.openxmlformats.org/drawingml/2006/main">
              <a:ext uri="{FF2B5EF4-FFF2-40B4-BE49-F238E27FC236}">
                <a16:creationId xmlns:a16="http://schemas.microsoft.com/office/drawing/2014/main" id="{B3C5BAC9-697C-485F-BAFE-523C42A2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3165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5" name="조직-n-6d8fccf0">
            <a:extLst xmlns:a="http://schemas.openxmlformats.org/drawingml/2006/main">
              <a:ext uri="{FF2B5EF4-FFF2-40B4-BE49-F238E27FC236}">
                <a16:creationId xmlns:a16="http://schemas.microsoft.com/office/drawing/2014/main" id="{4A888798-A858-4E6C-BAA2-E0B27882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537" y="1123950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국립세종도서관</a:t>
            </a:r>
          </a:p>
        </p:txBody>
      </p:sp>
      <p:sp>
        <p:nvSpPr>
          <p:cNvPr id="86" name="조직-n-cd7ae572">
            <a:extLst xmlns:a="http://schemas.openxmlformats.org/drawingml/2006/main">
              <a:ext uri="{FF2B5EF4-FFF2-40B4-BE49-F238E27FC236}">
                <a16:creationId xmlns:a16="http://schemas.microsoft.com/office/drawing/2014/main" id="{B103AAA1-5DEB-45F5-B850-041FB877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7877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7" name="조직-n-76e304d0">
            <a:extLst xmlns:a="http://schemas.openxmlformats.org/drawingml/2006/main">
              <a:ext uri="{FF2B5EF4-FFF2-40B4-BE49-F238E27FC236}">
                <a16:creationId xmlns:a16="http://schemas.microsoft.com/office/drawing/2014/main" id="{E10B53A2-D645-4069-B169-F157EBE5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2589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8" name="조직-n-cd04971d">
            <a:extLst xmlns:a="http://schemas.openxmlformats.org/drawingml/2006/main">
              <a:ext uri="{FF2B5EF4-FFF2-40B4-BE49-F238E27FC236}">
                <a16:creationId xmlns:a16="http://schemas.microsoft.com/office/drawing/2014/main" id="{6B460744-4540-4334-8D9D-7BABF726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301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9" name="조직-n-f1a5715a">
            <a:extLst xmlns:a="http://schemas.openxmlformats.org/drawingml/2006/main">
              <a:ext uri="{FF2B5EF4-FFF2-40B4-BE49-F238E27FC236}">
                <a16:creationId xmlns:a16="http://schemas.microsoft.com/office/drawing/2014/main" id="{F80FD310-CCFC-44A9-8CCC-F88A8214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7494" y="1123950"/>
            <a:ext cx="818551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70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국립장애인도서관</a:t>
            </a:r>
          </a:p>
        </p:txBody>
      </p:sp>
      <p:sp>
        <p:nvSpPr>
          <p:cNvPr id="90" name="조직-n-2deb9cff">
            <a:extLst xmlns:a="http://schemas.openxmlformats.org/drawingml/2006/main">
              <a:ext uri="{FF2B5EF4-FFF2-40B4-BE49-F238E27FC236}">
                <a16:creationId xmlns:a16="http://schemas.microsoft.com/office/drawing/2014/main" id="{834662DD-E656-4ACA-96E6-DCF3E5F7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2013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1" name="조직-n-b2514d7d">
            <a:extLst xmlns:a="http://schemas.openxmlformats.org/drawingml/2006/main">
              <a:ext uri="{FF2B5EF4-FFF2-40B4-BE49-F238E27FC236}">
                <a16:creationId xmlns:a16="http://schemas.microsoft.com/office/drawing/2014/main" id="{0C3AD2DB-600C-407D-8076-F09FFA07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726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0E31219-7EC3-448C-81CD-0296D870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93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549A441A-B7C3-454C-AF83-1F58C7E2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9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9F74E03-5588-4E4A-86C8-17898DA7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95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823E14E9-92AF-48D9-AEA1-48666DAE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96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7C299ECD-44A3-414B-AE92-9F4E88FE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7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2CA28C61-A140-4EF6-A9F2-8FCD965B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98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EE70DD8F-07B6-4874-9355-66F39442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(임) 임기제  (책) 책임운영  (총) 총액  (자) 자율  (평) 평가  (한) 한시</a:t>
            </a:r>
          </a:p>
        </p:txBody>
      </p:sp>
      <p:sp>
        <p:nvSpPr>
          <p:cNvPr id="99" name="쪽번호">
            <a:extLst xmlns:a="http://schemas.openxmlformats.org/drawingml/2006/main">
              <a:ext uri="{FF2B5EF4-FFF2-40B4-BE49-F238E27FC236}">
                <a16:creationId xmlns:a16="http://schemas.microsoft.com/office/drawing/2014/main" id="{755CE7F0-A970-4AC3-A7FC-B8101749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6 / 10</a:t>
            </a:r>
          </a:p>
        </p:txBody>
      </p:sp>
    </p:spTree>
    <p:extLst>
      <p:ext uri="{BB962C8B-B14F-4D97-AF65-F5344CB8AC3E}">
        <p14:creationId xmlns:p14="http://schemas.microsoft.com/office/powerpoint/2010/main" val="17702630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기관명">
            <a:extLst xmlns:a="http://schemas.openxmlformats.org/drawingml/2006/main">
              <a:ext uri="{FF2B5EF4-FFF2-40B4-BE49-F238E27FC236}">
                <a16:creationId xmlns:a16="http://schemas.microsoft.com/office/drawing/2014/main" id="{82104A55-1C78-4C58-A8B6-80187787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문화체육관광부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1B6767EC-CC86-47FE-B8F4-E7A85B64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 (3)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29655B4A-E052-43D9-9235-51C1166B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2025.07.01.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F7B5429-DA5B-413E-A460-99E12F7D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706A8A0-C387-4F0C-AB93-D77FC817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947EB99-0BCF-43D5-A999-AEA64F51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004" y="2237994"/>
            <a:ext cx="5247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DF3A421-C152-4594-B442-4B055028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00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FAC533C-064C-4591-B4FB-66DC07EF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C7A0CD0-78BB-402C-92E0-A80AA90A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31482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C4BBC50-DBCE-41B6-94AF-2773987D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98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A1118BF-9CFA-4E5A-BF22-A945EFAF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B7DA394-863A-430D-B420-06579773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443" y="2237994"/>
            <a:ext cx="31482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50E26B6-6A08-4174-A864-A6E365BB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44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AFE9326-BEFD-4C3D-B715-63E09F8C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8A9FED0-C34F-4E30-A03C-688C4B04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47224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A10AF3C-AC6F-4D69-B846-BFFB09C0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912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463F2C7-688E-4556-AF87-786CD95B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B9AF84A-8925-46D0-99FD-2F7D5364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18" y="2237994"/>
            <a:ext cx="419769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2FDA447-9CDF-45E1-BFAC-2BA9F4E6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18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solid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51A4945-48FC-4A8C-BB70-06D8E84D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00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F5704B4-6725-4FCB-AA94-743E7EE8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291" y="4228719"/>
            <a:ext cx="5247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2480602-66BA-485F-9190-AFFB4009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29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437B540-F950-4ACB-8F6B-C8E2212C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00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4DB3C47-2297-442B-B7DD-DEB0BB84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3155" y="4228719"/>
            <a:ext cx="209884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BFFA93A-A1A8-4661-90C6-625E6C20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315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2E9405B-3820-41FB-8F62-6BD379D5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00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2805C57-5A3E-401F-A457-50C3FA27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7867" y="4228719"/>
            <a:ext cx="157413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BD6E987-8985-4713-B98D-E5414EC4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786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A0F848C-D180-42F6-B0D2-1A2355D7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00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5B07069-0ABB-401C-A7D1-4CC99A3A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004" y="4228719"/>
            <a:ext cx="157413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6E64FE4-4626-4257-847A-7CFFC58D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140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E01BC9A-C783-45B1-9C16-AA27EB3D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00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C61DF93-16B1-4917-B3D9-534E8BEA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00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D19B0B0-7043-4B42-8CFE-7B74B030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00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27C1C6F-936C-4FD5-B0AB-FFCB3C86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004" y="4228719"/>
            <a:ext cx="10494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03D7E8A-24D2-4B5D-A6E0-3EE4B6A8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142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77902E3-0B32-44EA-A847-3A1BB463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00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3EF9140-3A9D-4FC8-84B4-275A2E89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004" y="4228719"/>
            <a:ext cx="5247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98E334B-7026-43A4-842C-C6312C9C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2807160-E8AB-4224-8109-A45E823B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00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32D7A50-DFB8-4FE4-AFF8-BCB4A0D6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004" y="4228719"/>
            <a:ext cx="209884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3AC55A1-09DE-4F21-A49C-11516AF0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0852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15314C7-F1EC-4213-901A-6332A4BE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00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261074F-6F35-495B-974F-53FD4CEF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579" y="4228719"/>
            <a:ext cx="10494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9445A32-B4AE-41E6-995A-16A72EC3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57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C8FF758-38FC-4C65-A59A-8DDBC322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98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3859BE0-9F29-4443-BFF0-4C974A3E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989" y="4228719"/>
            <a:ext cx="5247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E0D6AC7-DCCC-49CC-8250-83BA21DF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70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BDFBD85-2DDB-4782-940F-11BB68C6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98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E361DBD-D4F0-463D-86B4-F73A9E11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98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F7CC441-5704-4AEE-BA0C-3C02C933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98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E0A8C21-855E-4FA8-89E8-70EF0A7D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0277" y="4228719"/>
            <a:ext cx="5247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AD17A5D-B074-49E3-94BF-4B653710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027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E60EC2D-7CB9-4AEB-8634-E2866D9F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98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5F91C58-4240-4351-9727-E17846F0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989" y="4228719"/>
            <a:ext cx="10494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2DECD1D-5B16-4E01-A5CB-072FB12B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413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402D2A4-689D-4023-848F-296D4FA5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98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3AB035B-546B-4D9F-BF25-0CF7F965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565" y="4228719"/>
            <a:ext cx="10494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F8E5890-4A2B-470F-A2C2-0E4BC219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56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B44111A-6B20-45C8-9ADB-0C440BCF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18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6366628-0A74-442D-8A7B-ED9F59E6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06" y="4228719"/>
            <a:ext cx="5247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C0F56CB-84EE-4879-BDA8-C6D2BBE6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0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8784B64-8452-4917-90F5-0CA6F1EB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18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ED8C5B8-AA16-47D4-89C4-19AF33F3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18" y="4228719"/>
            <a:ext cx="5247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F5D86D0-38A7-4AD7-BFA5-6B10DAA7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30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B89E3BD-2F8C-40DD-81CE-951D1FD6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18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7C3C4DF-FF4B-4C6C-BE17-041C7944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1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8" name="조직-n-eadd7003">
            <a:extLst xmlns:a="http://schemas.openxmlformats.org/drawingml/2006/main">
              <a:ext uri="{FF2B5EF4-FFF2-40B4-BE49-F238E27FC236}">
                <a16:creationId xmlns:a16="http://schemas.microsoft.com/office/drawing/2014/main" id="{2F50DDE3-977F-4D3A-8AC8-D1B41BB3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4263" y="1123950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국립중앙도서관 (가)</a:t>
            </a:r>
          </a:p>
        </p:txBody>
      </p:sp>
      <p:sp>
        <p:nvSpPr>
          <p:cNvPr id="69" name="조직-n-6d8fccf0">
            <a:extLst xmlns:a="http://schemas.openxmlformats.org/drawingml/2006/main">
              <a:ext uri="{FF2B5EF4-FFF2-40B4-BE49-F238E27FC236}">
                <a16:creationId xmlns:a16="http://schemas.microsoft.com/office/drawing/2014/main" id="{B949A576-2793-469E-87FF-0EBC4058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66" y="3114675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국립세종도서관</a:t>
            </a:r>
          </a:p>
        </p:txBody>
      </p:sp>
      <p:sp>
        <p:nvSpPr>
          <p:cNvPr id="70" name="조직-n-cd7ae572">
            <a:extLst xmlns:a="http://schemas.openxmlformats.org/drawingml/2006/main">
              <a:ext uri="{FF2B5EF4-FFF2-40B4-BE49-F238E27FC236}">
                <a16:creationId xmlns:a16="http://schemas.microsoft.com/office/drawing/2014/main" id="{271F6A41-E596-4FE6-A9C9-31C006A9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06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1" name="조직-n-76e304d0">
            <a:extLst xmlns:a="http://schemas.openxmlformats.org/drawingml/2006/main">
              <a:ext uri="{FF2B5EF4-FFF2-40B4-BE49-F238E27FC236}">
                <a16:creationId xmlns:a16="http://schemas.microsoft.com/office/drawing/2014/main" id="{4D40060A-7ED8-49A3-BF64-E20D2A9B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18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2" name="조직-n-cd04971d">
            <a:extLst xmlns:a="http://schemas.openxmlformats.org/drawingml/2006/main">
              <a:ext uri="{FF2B5EF4-FFF2-40B4-BE49-F238E27FC236}">
                <a16:creationId xmlns:a16="http://schemas.microsoft.com/office/drawing/2014/main" id="{E2BA9D56-FEFC-45C0-89F5-C65C8886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330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3" name="조직-n-888443d8">
            <a:extLst xmlns:a="http://schemas.openxmlformats.org/drawingml/2006/main">
              <a:ext uri="{FF2B5EF4-FFF2-40B4-BE49-F238E27FC236}">
                <a16:creationId xmlns:a16="http://schemas.microsoft.com/office/drawing/2014/main" id="{D4D299CE-76D5-47CF-B487-98B419A3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43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8648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립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74" name="조직-n-36b4acea">
            <a:extLst xmlns:a="http://schemas.openxmlformats.org/drawingml/2006/main">
              <a:ext uri="{FF2B5EF4-FFF2-40B4-BE49-F238E27FC236}">
                <a16:creationId xmlns:a16="http://schemas.microsoft.com/office/drawing/2014/main" id="{E144A1B0-BCC3-446B-BD53-3F8419C5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366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기획연수부 (나)</a:t>
            </a:r>
          </a:p>
        </p:txBody>
      </p:sp>
      <p:sp>
        <p:nvSpPr>
          <p:cNvPr id="75" name="조직-n-f9089ecd">
            <a:extLst xmlns:a="http://schemas.openxmlformats.org/drawingml/2006/main">
              <a:ext uri="{FF2B5EF4-FFF2-40B4-BE49-F238E27FC236}">
                <a16:creationId xmlns:a16="http://schemas.microsoft.com/office/drawing/2014/main" id="{C4390041-0137-4E3E-84C6-070E9BD2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55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6" name="조직-n-a3c1cd1a">
            <a:extLst xmlns:a="http://schemas.openxmlformats.org/drawingml/2006/main">
              <a:ext uri="{FF2B5EF4-FFF2-40B4-BE49-F238E27FC236}">
                <a16:creationId xmlns:a16="http://schemas.microsoft.com/office/drawing/2014/main" id="{8DBADD98-5D52-4CC9-9931-93AA589E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467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육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7" name="조직-n-4d669277">
            <a:extLst xmlns:a="http://schemas.openxmlformats.org/drawingml/2006/main">
              <a:ext uri="{FF2B5EF4-FFF2-40B4-BE49-F238E27FC236}">
                <a16:creationId xmlns:a16="http://schemas.microsoft.com/office/drawing/2014/main" id="{5C739F14-5438-4EEA-9B1A-E1F1C19F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179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78" name="조직-n-e1ff2fcb">
            <a:extLst xmlns:a="http://schemas.openxmlformats.org/drawingml/2006/main">
              <a:ext uri="{FF2B5EF4-FFF2-40B4-BE49-F238E27FC236}">
                <a16:creationId xmlns:a16="http://schemas.microsoft.com/office/drawing/2014/main" id="{1AE47595-89ED-4B88-8D94-E1CEFFEC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891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9" name="조직-n-3468ed19">
            <a:extLst xmlns:a="http://schemas.openxmlformats.org/drawingml/2006/main">
              <a:ext uri="{FF2B5EF4-FFF2-40B4-BE49-F238E27FC236}">
                <a16:creationId xmlns:a16="http://schemas.microsoft.com/office/drawing/2014/main" id="{2F0E0054-BAE9-4AB4-B12C-C2F7D7D5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9604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0" name="조직-n-c85cdd1d">
            <a:extLst xmlns:a="http://schemas.openxmlformats.org/drawingml/2006/main">
              <a:ext uri="{FF2B5EF4-FFF2-40B4-BE49-F238E27FC236}">
                <a16:creationId xmlns:a16="http://schemas.microsoft.com/office/drawing/2014/main" id="{9BA3C414-8499-40D1-92F4-0EA5080C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316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1" name="조직-n-9599fdb7">
            <a:extLst xmlns:a="http://schemas.openxmlformats.org/drawingml/2006/main">
              <a:ext uri="{FF2B5EF4-FFF2-40B4-BE49-F238E27FC236}">
                <a16:creationId xmlns:a16="http://schemas.microsoft.com/office/drawing/2014/main" id="{50CE4EB9-4457-4D21-B59B-D039DD44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028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2" name="조직-n-0fe8378e">
            <a:extLst xmlns:a="http://schemas.openxmlformats.org/drawingml/2006/main">
              <a:ext uri="{FF2B5EF4-FFF2-40B4-BE49-F238E27FC236}">
                <a16:creationId xmlns:a16="http://schemas.microsoft.com/office/drawing/2014/main" id="{6DB6069A-B8C4-4203-BCC7-2BDE31C3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740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3" name="조직-n-89c14a18">
            <a:extLst xmlns:a="http://schemas.openxmlformats.org/drawingml/2006/main">
              <a:ext uri="{FF2B5EF4-FFF2-40B4-BE49-F238E27FC236}">
                <a16:creationId xmlns:a16="http://schemas.microsoft.com/office/drawing/2014/main" id="{46B643A2-F27D-467B-B6FC-9296A2C0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452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4" name="조직-n-af6d0151">
            <a:extLst xmlns:a="http://schemas.openxmlformats.org/drawingml/2006/main">
              <a:ext uri="{FF2B5EF4-FFF2-40B4-BE49-F238E27FC236}">
                <a16:creationId xmlns:a16="http://schemas.microsoft.com/office/drawing/2014/main" id="{270EFD6F-5BDA-4825-BBF5-4C2343D5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537" y="3114675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지식정보관리부</a:t>
            </a:r>
          </a:p>
        </p:txBody>
      </p:sp>
      <p:sp>
        <p:nvSpPr>
          <p:cNvPr id="85" name="조직-n-277b95b5">
            <a:extLst xmlns:a="http://schemas.openxmlformats.org/drawingml/2006/main">
              <a:ext uri="{FF2B5EF4-FFF2-40B4-BE49-F238E27FC236}">
                <a16:creationId xmlns:a16="http://schemas.microsoft.com/office/drawing/2014/main" id="{76CA4616-C227-4ED9-A59F-EB02F043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3165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6" name="조직-n-dd3c5c78">
            <a:extLst xmlns:a="http://schemas.openxmlformats.org/drawingml/2006/main">
              <a:ext uri="{FF2B5EF4-FFF2-40B4-BE49-F238E27FC236}">
                <a16:creationId xmlns:a16="http://schemas.microsoft.com/office/drawing/2014/main" id="{A8B91CCB-F0EC-4ADB-A37C-3BADC805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7877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7" name="조직-n-e93eee31">
            <a:extLst xmlns:a="http://schemas.openxmlformats.org/drawingml/2006/main">
              <a:ext uri="{FF2B5EF4-FFF2-40B4-BE49-F238E27FC236}">
                <a16:creationId xmlns:a16="http://schemas.microsoft.com/office/drawing/2014/main" id="{3A1406FF-8689-4059-B25F-621F8A42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2589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온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8" name="조직-n-a7c53a70">
            <a:extLst xmlns:a="http://schemas.openxmlformats.org/drawingml/2006/main">
              <a:ext uri="{FF2B5EF4-FFF2-40B4-BE49-F238E27FC236}">
                <a16:creationId xmlns:a16="http://schemas.microsoft.com/office/drawing/2014/main" id="{67579218-B734-46F2-B78D-7DB79068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301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9" name="조직-n-11cb07a7">
            <a:extLst xmlns:a="http://schemas.openxmlformats.org/drawingml/2006/main">
              <a:ext uri="{FF2B5EF4-FFF2-40B4-BE49-F238E27FC236}">
                <a16:creationId xmlns:a16="http://schemas.microsoft.com/office/drawing/2014/main" id="{2477E068-2444-44B9-8819-EDD5F008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2013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0" name="조직-n-d6fe4111">
            <a:extLst xmlns:a="http://schemas.openxmlformats.org/drawingml/2006/main">
              <a:ext uri="{FF2B5EF4-FFF2-40B4-BE49-F238E27FC236}">
                <a16:creationId xmlns:a16="http://schemas.microsoft.com/office/drawing/2014/main" id="{B829CBD6-526E-438E-BF09-98FCEC3C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726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터</a:t>
            </a:r>
          </a:p>
        </p:txBody>
      </p:sp>
      <p:sp>
        <p:nvSpPr>
          <p:cNvPr id="9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5C73B35-C4BE-4012-B019-13D160AC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92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C604A5D8-461E-4B5A-8A28-14855A45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9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F96A137-64C9-4614-B314-D89F65D0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94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3E935BA7-1305-4B25-B0DB-7BE56698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95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F2F344AD-C91E-492D-87E4-0BC026E9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6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B3289C99-6E4D-4912-A33D-F3E9BA63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97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607A702E-C4C7-4277-9AF4-1A057BCF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(임) 임기제  (책) 책임운영  (총) 총액  (자) 자율  (평) 평가  (한) 한시</a:t>
            </a:r>
          </a:p>
        </p:txBody>
      </p:sp>
      <p:sp>
        <p:nvSpPr>
          <p:cNvPr id="98" name="쪽번호">
            <a:extLst xmlns:a="http://schemas.openxmlformats.org/drawingml/2006/main">
              <a:ext uri="{FF2B5EF4-FFF2-40B4-BE49-F238E27FC236}">
                <a16:creationId xmlns:a16="http://schemas.microsoft.com/office/drawing/2014/main" id="{13CB3279-5D6C-4C58-9FCF-EC3E53B6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7 / 10</a:t>
            </a:r>
          </a:p>
        </p:txBody>
      </p:sp>
    </p:spTree>
    <p:extLst>
      <p:ext uri="{BB962C8B-B14F-4D97-AF65-F5344CB8AC3E}">
        <p14:creationId xmlns:p14="http://schemas.microsoft.com/office/powerpoint/2010/main" val="10116419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기관명">
            <a:extLst xmlns:a="http://schemas.openxmlformats.org/drawingml/2006/main">
              <a:ext uri="{FF2B5EF4-FFF2-40B4-BE49-F238E27FC236}">
                <a16:creationId xmlns:a16="http://schemas.microsoft.com/office/drawing/2014/main" id="{8B206DFD-8BF6-45BF-9B4F-BA593547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문화체육관광부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CA5B4C53-E176-4671-A8A2-55145DA5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 (4)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1A56F301-384A-4519-9B8E-E553E5EA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2025.07.01.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335B6FD-EEE4-4C2A-811F-1E638655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40E7834-F56E-4980-B5D8-A9C221E6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291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9DAFB42-49C8-4E78-B0E2-143FDA34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291" y="2237994"/>
            <a:ext cx="28859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6042274-7F19-4981-81C1-81344173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20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88BEACA-452B-4036-8CBE-069FF60E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291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29DC05C-52C9-42E9-A591-D67C171F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30" y="2237994"/>
            <a:ext cx="26235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904E0A9-0204-443A-8580-4E160B6F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3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8B96084-4F53-439F-8A87-729D5262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291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49CAC3D-E15D-4B1A-AF2C-891768ED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29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7B0538F-25AA-4DEB-8F3B-F2DA6FCD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291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9D23771-21C9-4A2A-944E-BE00F6DF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291" y="2237994"/>
            <a:ext cx="157413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3144853-ADA9-4CE3-8F78-9912045C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1428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F890F30-E836-47F4-8759-DEC5D6C0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20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689FBFD-4C30-4508-BD5A-D630A4D9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209" y="4228719"/>
            <a:ext cx="7870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4588E28-6456-4390-B9ED-C880E50D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027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FE35D4D-E5E3-40D7-B943-37D9C354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20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FBB5621-6825-43F3-B871-03DE2749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0852" y="4228719"/>
            <a:ext cx="2623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6611B51-F87F-40F2-8B2C-7905C65D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0852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25E4FC9-DBD6-480D-92BF-9EC53AC8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20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2C5242E-BD79-4F0B-B1C1-59580666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209" y="4228719"/>
            <a:ext cx="2623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899026D-7EB4-45FE-B5E7-FC5630A4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56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1CF3845-2ED1-4627-ABC5-44B88C61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20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93EBECF-4674-45F8-9AC4-573BE6AF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140" y="4228719"/>
            <a:ext cx="7870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E5D1238-6467-45A8-B835-0CCF3543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140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41D88F2-F4C5-4C3C-92E3-44E622F1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3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67B6AD4-65B4-4830-9222-F1252AF8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30" y="4228719"/>
            <a:ext cx="10494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772013C-9017-4F53-BF57-0DD95866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315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63773ED-BA9B-4CCC-95E7-81554F3A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3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68A18BE-B41A-4DF4-8E2E-ED4EBAF2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06" y="4228719"/>
            <a:ext cx="10494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EC322C9-26A8-4CA1-A255-AAAC5FD4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0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1A1CD9F-F03B-4C3D-BB65-B28C9CCA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3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5359D05-3EC1-4699-A690-8F1E2C2D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18" y="4228719"/>
            <a:ext cx="5247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5762D78-9B95-489C-9C17-B8FC1329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1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1ABD9BA-AFF3-4A20-B240-9BD8D228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3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F1A7676-7E47-47F6-9326-B8CF5D84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30" y="4228719"/>
            <a:ext cx="5247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2FB4ADC-575C-4C75-9C3B-0DDDC3F1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443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407F477-61A4-4599-ADC0-8B0D177F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3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F7CFC65-4BB3-43A6-9AEA-B7211190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30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009A263-42F1-4044-BB8A-11E600A9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291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1B51448-9F7D-4ACA-8A4E-8E1BEBC1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29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F9D59C2-B634-4C3E-B2AC-80252F7C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291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B17D161-CB8D-4A01-B236-6F507C70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291" y="4228719"/>
            <a:ext cx="10494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B27D7AD-FF8D-447A-AC78-801697B6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82065A2-B479-4EAB-A186-70902B5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291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35F1870-C29E-4084-8D28-B25CE997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7867" y="4228719"/>
            <a:ext cx="10494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4162DCB-00B3-4CE2-9A6B-C951ACB6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786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C7DB196-804B-48D3-8BF6-BC18F71C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291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51FDDBD-DEE6-4A56-A4B4-CACAAEEA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291" y="4228719"/>
            <a:ext cx="5247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2BE9EAE-D249-4721-BD29-EC35D8C0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00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86AB4DE-8190-450C-9E8B-422D3805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291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4EA3D50-30FC-469D-A1BB-016B3B55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579" y="4228719"/>
            <a:ext cx="5247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AB0720C-A941-494B-83E3-5EE729E3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57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F4B5AB9-AE75-48EB-B7D0-91380C81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701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5C54792-E85D-471F-BC2C-65D1CA32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989" y="2237994"/>
            <a:ext cx="5247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B8F2FA6-C57F-4BED-8252-FC64CB36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98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E9E4123-D8A0-4625-AE3B-FE3FACBD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701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8BD7209-45FD-4AE8-A8AF-BB4BA713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701" y="2237994"/>
            <a:ext cx="5247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BA1A1F7-24CA-4E98-8166-2F4FC960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41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52862F9-983C-48D2-9F01-CA542230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701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B059899-761E-437D-918C-19950252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70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4" name="조직-n-caa02a08">
            <a:extLst xmlns:a="http://schemas.openxmlformats.org/drawingml/2006/main">
              <a:ext uri="{FF2B5EF4-FFF2-40B4-BE49-F238E27FC236}">
                <a16:creationId xmlns:a16="http://schemas.microsoft.com/office/drawing/2014/main" id="{C283CAA9-2F9B-41B4-A5CB-9F4E0968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839" y="1123950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국립중앙박물관</a:t>
            </a:r>
          </a:p>
        </p:txBody>
      </p:sp>
      <p:sp>
        <p:nvSpPr>
          <p:cNvPr id="65" name="조직-n-5e53bfec">
            <a:extLst xmlns:a="http://schemas.openxmlformats.org/drawingml/2006/main">
              <a:ext uri="{FF2B5EF4-FFF2-40B4-BE49-F238E27FC236}">
                <a16:creationId xmlns:a16="http://schemas.microsoft.com/office/drawing/2014/main" id="{55F7274E-AACF-4ABF-8382-01CCF607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093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학예연구실 (나)</a:t>
            </a:r>
          </a:p>
        </p:txBody>
      </p:sp>
      <p:sp>
        <p:nvSpPr>
          <p:cNvPr id="66" name="조직-n-7f14a16c">
            <a:extLst xmlns:a="http://schemas.openxmlformats.org/drawingml/2006/main">
              <a:ext uri="{FF2B5EF4-FFF2-40B4-BE49-F238E27FC236}">
                <a16:creationId xmlns:a16="http://schemas.microsoft.com/office/drawing/2014/main" id="{6AEB21E3-FD5E-43B7-A787-96D346C0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06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</a:t>
            </a:r>
          </a:p>
        </p:txBody>
      </p:sp>
      <p:sp>
        <p:nvSpPr>
          <p:cNvPr id="67" name="조직-n-baf4787f">
            <a:extLst xmlns:a="http://schemas.openxmlformats.org/drawingml/2006/main">
              <a:ext uri="{FF2B5EF4-FFF2-40B4-BE49-F238E27FC236}">
                <a16:creationId xmlns:a16="http://schemas.microsoft.com/office/drawing/2014/main" id="{0FBC77D4-7F69-448A-AE9C-F4048907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18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</a:t>
            </a:r>
          </a:p>
        </p:txBody>
      </p:sp>
      <p:sp>
        <p:nvSpPr>
          <p:cNvPr id="68" name="조직-n-a57b4242">
            <a:extLst xmlns:a="http://schemas.openxmlformats.org/drawingml/2006/main">
              <a:ext uri="{FF2B5EF4-FFF2-40B4-BE49-F238E27FC236}">
                <a16:creationId xmlns:a16="http://schemas.microsoft.com/office/drawing/2014/main" id="{29C2D434-E2EE-4C29-8616-EEAD9A1F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330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학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</a:t>
            </a:r>
          </a:p>
        </p:txBody>
      </p:sp>
      <p:sp>
        <p:nvSpPr>
          <p:cNvPr id="69" name="조직-n-79bd561f">
            <a:extLst xmlns:a="http://schemas.openxmlformats.org/drawingml/2006/main">
              <a:ext uri="{FF2B5EF4-FFF2-40B4-BE49-F238E27FC236}">
                <a16:creationId xmlns:a16="http://schemas.microsoft.com/office/drawing/2014/main" id="{4548EAFE-591B-4A93-B9EA-F4B630ED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43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</a:t>
            </a:r>
          </a:p>
        </p:txBody>
      </p:sp>
      <p:sp>
        <p:nvSpPr>
          <p:cNvPr id="70" name="조직-n-4054f2af">
            <a:extLst xmlns:a="http://schemas.openxmlformats.org/drawingml/2006/main">
              <a:ext uri="{FF2B5EF4-FFF2-40B4-BE49-F238E27FC236}">
                <a16:creationId xmlns:a16="http://schemas.microsoft.com/office/drawing/2014/main" id="{1CA364CE-0408-4A93-8265-E3D40087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55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</a:t>
            </a:r>
          </a:p>
        </p:txBody>
      </p:sp>
      <p:sp>
        <p:nvSpPr>
          <p:cNvPr id="71" name="조직-n-c773f832">
            <a:extLst xmlns:a="http://schemas.openxmlformats.org/drawingml/2006/main">
              <a:ext uri="{FF2B5EF4-FFF2-40B4-BE49-F238E27FC236}">
                <a16:creationId xmlns:a16="http://schemas.microsoft.com/office/drawing/2014/main" id="{FD397E28-7FE0-413E-9CD1-63BAF631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839" y="3114675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교육문화교류단 (나)</a:t>
            </a:r>
          </a:p>
        </p:txBody>
      </p:sp>
      <p:sp>
        <p:nvSpPr>
          <p:cNvPr id="72" name="조직-n-b0cffea2">
            <a:extLst xmlns:a="http://schemas.openxmlformats.org/drawingml/2006/main">
              <a:ext uri="{FF2B5EF4-FFF2-40B4-BE49-F238E27FC236}">
                <a16:creationId xmlns:a16="http://schemas.microsoft.com/office/drawing/2014/main" id="{B5097989-4ADD-47B6-88E9-BA9D8443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467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육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3" name="조직-n-84f9b7f9">
            <a:extLst xmlns:a="http://schemas.openxmlformats.org/drawingml/2006/main">
              <a:ext uri="{FF2B5EF4-FFF2-40B4-BE49-F238E27FC236}">
                <a16:creationId xmlns:a16="http://schemas.microsoft.com/office/drawing/2014/main" id="{F58A5144-E0D9-485D-8DCD-6FB1ECBD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179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74" name="조직-n-cafea86c">
            <a:extLst xmlns:a="http://schemas.openxmlformats.org/drawingml/2006/main">
              <a:ext uri="{FF2B5EF4-FFF2-40B4-BE49-F238E27FC236}">
                <a16:creationId xmlns:a16="http://schemas.microsoft.com/office/drawing/2014/main" id="{9443D3A7-DA83-44ED-AB42-D0BABC90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891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5" name="조직-n-a026e5d2">
            <a:extLst xmlns:a="http://schemas.openxmlformats.org/drawingml/2006/main">
              <a:ext uri="{FF2B5EF4-FFF2-40B4-BE49-F238E27FC236}">
                <a16:creationId xmlns:a16="http://schemas.microsoft.com/office/drawing/2014/main" id="{FE01602B-2A20-4CEA-B172-7F5FE6A2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9604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6" name="조직-n-3561fdb3">
            <a:extLst xmlns:a="http://schemas.openxmlformats.org/drawingml/2006/main">
              <a:ext uri="{FF2B5EF4-FFF2-40B4-BE49-F238E27FC236}">
                <a16:creationId xmlns:a16="http://schemas.microsoft.com/office/drawing/2014/main" id="{03F2021F-669B-4B0E-B59D-AEB33B0D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316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77" name="조직-n-bf4bf7ab">
            <a:extLst xmlns:a="http://schemas.openxmlformats.org/drawingml/2006/main">
              <a:ext uri="{FF2B5EF4-FFF2-40B4-BE49-F238E27FC236}">
                <a16:creationId xmlns:a16="http://schemas.microsoft.com/office/drawing/2014/main" id="{B41A17CE-991C-4514-8791-655788A2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028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78" name="조직-n-24b31fdc">
            <a:extLst xmlns:a="http://schemas.openxmlformats.org/drawingml/2006/main">
              <a:ext uri="{FF2B5EF4-FFF2-40B4-BE49-F238E27FC236}">
                <a16:creationId xmlns:a16="http://schemas.microsoft.com/office/drawing/2014/main" id="{CDC80EDF-569A-469E-8D35-68CCEE3F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571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행정운영단 (나)</a:t>
            </a:r>
          </a:p>
        </p:txBody>
      </p:sp>
      <p:sp>
        <p:nvSpPr>
          <p:cNvPr id="79" name="조직-n-74cae8b2">
            <a:extLst xmlns:a="http://schemas.openxmlformats.org/drawingml/2006/main">
              <a:ext uri="{FF2B5EF4-FFF2-40B4-BE49-F238E27FC236}">
                <a16:creationId xmlns:a16="http://schemas.microsoft.com/office/drawing/2014/main" id="{3C42EAF7-8FB2-4205-95B8-F4FFE92F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740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80" name="조직-n-bc7fea66">
            <a:extLst xmlns:a="http://schemas.openxmlformats.org/drawingml/2006/main">
              <a:ext uri="{FF2B5EF4-FFF2-40B4-BE49-F238E27FC236}">
                <a16:creationId xmlns:a16="http://schemas.microsoft.com/office/drawing/2014/main" id="{E7E92092-5AA8-4999-A9BA-46F3F400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452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물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1" name="조직-n-c1a8b427">
            <a:extLst xmlns:a="http://schemas.openxmlformats.org/drawingml/2006/main">
              <a:ext uri="{FF2B5EF4-FFF2-40B4-BE49-F238E27FC236}">
                <a16:creationId xmlns:a16="http://schemas.microsoft.com/office/drawing/2014/main" id="{725D4AB3-8D8D-4ACD-8BC4-5084C1C9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3165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2" name="조직-n-8765af75">
            <a:extLst xmlns:a="http://schemas.openxmlformats.org/drawingml/2006/main">
              <a:ext uri="{FF2B5EF4-FFF2-40B4-BE49-F238E27FC236}">
                <a16:creationId xmlns:a16="http://schemas.microsoft.com/office/drawing/2014/main" id="{A08F9395-EF96-4B3D-8120-B0793AE1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7877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3" name="조직-n-27e77306">
            <a:extLst xmlns:a="http://schemas.openxmlformats.org/drawingml/2006/main">
              <a:ext uri="{FF2B5EF4-FFF2-40B4-BE49-F238E27FC236}">
                <a16:creationId xmlns:a16="http://schemas.microsoft.com/office/drawing/2014/main" id="{F7A71218-FA02-4123-AFEE-7F090BAA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7249" y="1123950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국립한글박물관</a:t>
            </a:r>
          </a:p>
        </p:txBody>
      </p:sp>
      <p:sp>
        <p:nvSpPr>
          <p:cNvPr id="84" name="조직-n-e1ff2fcb">
            <a:extLst xmlns:a="http://schemas.openxmlformats.org/drawingml/2006/main">
              <a:ext uri="{FF2B5EF4-FFF2-40B4-BE49-F238E27FC236}">
                <a16:creationId xmlns:a16="http://schemas.microsoft.com/office/drawing/2014/main" id="{D78E6A33-4825-46D0-9194-146AF4FB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2589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5" name="조직-n-b150fb06">
            <a:extLst xmlns:a="http://schemas.openxmlformats.org/drawingml/2006/main">
              <a:ext uri="{FF2B5EF4-FFF2-40B4-BE49-F238E27FC236}">
                <a16:creationId xmlns:a16="http://schemas.microsoft.com/office/drawing/2014/main" id="{5F0CAC92-AEC4-4F1A-95B6-43A9C72C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301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육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6" name="조직-n-8fe2a166">
            <a:extLst xmlns:a="http://schemas.openxmlformats.org/drawingml/2006/main">
              <a:ext uri="{FF2B5EF4-FFF2-40B4-BE49-F238E27FC236}">
                <a16:creationId xmlns:a16="http://schemas.microsoft.com/office/drawing/2014/main" id="{2F03D6E5-E911-431D-AE29-101C0957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2013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7" name="조직-n-1d4a6db9">
            <a:extLst xmlns:a="http://schemas.openxmlformats.org/drawingml/2006/main">
              <a:ext uri="{FF2B5EF4-FFF2-40B4-BE49-F238E27FC236}">
                <a16:creationId xmlns:a16="http://schemas.microsoft.com/office/drawing/2014/main" id="{7283E905-775C-47D5-82E6-DA16A6B8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4488" y="1123950"/>
            <a:ext cx="409276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6089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국립현대미술관 (책)</a:t>
            </a:r>
          </a:p>
        </p:txBody>
      </p:sp>
      <p:sp>
        <p:nvSpPr>
          <p:cNvPr id="8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A5C88A1-6D53-408C-BCA8-4ED6588E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89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B8A8AFCB-A440-49BE-B43B-7ED1B338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9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E24FD4D-36DA-40DD-BD2D-BE842C19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91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9D062365-1D05-476A-AAB7-B2A9DBCD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92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58CD2810-B449-4442-A7B3-CF87B92B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3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3F37311D-B4C4-4ACB-960A-7DF34B2A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94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B4713493-27B8-4B61-88A5-0272642F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(임) 임기제  (책) 책임운영  (총) 총액  (자) 자율  (평) 평가  (한) 한시</a:t>
            </a:r>
          </a:p>
        </p:txBody>
      </p:sp>
      <p:sp>
        <p:nvSpPr>
          <p:cNvPr id="95" name="쪽번호">
            <a:extLst xmlns:a="http://schemas.openxmlformats.org/drawingml/2006/main">
              <a:ext uri="{FF2B5EF4-FFF2-40B4-BE49-F238E27FC236}">
                <a16:creationId xmlns:a16="http://schemas.microsoft.com/office/drawing/2014/main" id="{1185D121-6A0F-459B-9B21-A4371385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8 / 10</a:t>
            </a:r>
          </a:p>
        </p:txBody>
      </p:sp>
    </p:spTree>
    <p:extLst>
      <p:ext uri="{BB962C8B-B14F-4D97-AF65-F5344CB8AC3E}">
        <p14:creationId xmlns:p14="http://schemas.microsoft.com/office/powerpoint/2010/main" val="8232708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기관명">
            <a:extLst xmlns:a="http://schemas.openxmlformats.org/drawingml/2006/main">
              <a:ext uri="{FF2B5EF4-FFF2-40B4-BE49-F238E27FC236}">
                <a16:creationId xmlns:a16="http://schemas.microsoft.com/office/drawing/2014/main" id="{7A6F962C-EF8B-4F08-B2DA-DA22433E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문화체육관광부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06F24FD3-8140-453C-9185-AFF1CE99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 (5)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4693F870-42F2-4E2A-8BAA-1BCC5842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2025.07.01.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133F003-F7C9-4D72-B5AD-BA008C15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665D14B-A87A-4BBC-9C3A-D1DA3CEA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8CA197D-B0B1-4929-89A1-A003D74F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922" y="2237994"/>
            <a:ext cx="83079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2AE90E0-15F8-4188-ACF7-246A3BF4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92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A4937C3-0795-4BAF-B530-70C3A1FF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AE89A82-5E86-4D81-83FD-2CE38410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41539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BE353B8-A5B0-47CB-A6A4-FF627E8C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8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9E7D8C2-CFC9-446B-9490-8FCE035E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DDDA829-B088-4BB9-B024-978BC7FA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83079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BECC404-DDAC-4606-BA13-76C905D3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51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F9353F7-476A-48C9-90A8-BBA421C3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EB88F09-B1F2-46BB-B4C0-F7A6F509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249238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D6F50F8-6A73-4491-A4E6-79FF4499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758E66E-C0FF-4176-82B9-054ABB45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1301B87-985F-4ED0-8DE2-86E27640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2237994"/>
            <a:ext cx="249238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D3951F6-B745-4F0D-9313-A11DB461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77C7F6D-4CF1-48DA-8FC1-C7C697B7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CF427B9-B8C4-4DB3-8161-8C9C9204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744" y="2237994"/>
            <a:ext cx="41539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B16EDAA-4EFD-4089-AB1E-56897694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74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3" name="조직-n-cc1321aa">
            <a:extLst xmlns:a="http://schemas.openxmlformats.org/drawingml/2006/main">
              <a:ext uri="{FF2B5EF4-FFF2-40B4-BE49-F238E27FC236}">
                <a16:creationId xmlns:a16="http://schemas.microsoft.com/office/drawing/2014/main" id="{D640CC2A-F2EF-4CE5-87C8-14D4D4B9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0448" y="1123950"/>
            <a:ext cx="123253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9934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대한민국역사박물관 (나)</a:t>
            </a:r>
          </a:p>
        </p:txBody>
      </p:sp>
      <p:sp>
        <p:nvSpPr>
          <p:cNvPr id="24" name="조직-n-63597578">
            <a:extLst xmlns:a="http://schemas.openxmlformats.org/drawingml/2006/main">
              <a:ext uri="{FF2B5EF4-FFF2-40B4-BE49-F238E27FC236}">
                <a16:creationId xmlns:a16="http://schemas.microsoft.com/office/drawing/2014/main" id="{D587BFC8-5C86-476D-BF8D-E433AFFD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107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교류홍보과</a:t>
            </a:r>
          </a:p>
        </p:txBody>
      </p:sp>
      <p:sp>
        <p:nvSpPr>
          <p:cNvPr id="25" name="조직-n-b0cffea2">
            <a:extLst xmlns:a="http://schemas.openxmlformats.org/drawingml/2006/main">
              <a:ext uri="{FF2B5EF4-FFF2-40B4-BE49-F238E27FC236}">
                <a16:creationId xmlns:a16="http://schemas.microsoft.com/office/drawing/2014/main" id="{4AC47032-73A3-4B44-B438-43B0696B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510" y="3114675"/>
            <a:ext cx="96964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교육과</a:t>
            </a:r>
          </a:p>
        </p:txBody>
      </p:sp>
      <p:sp>
        <p:nvSpPr>
          <p:cNvPr id="26" name="조직-n-e1ff2fcb">
            <a:extLst xmlns:a="http://schemas.openxmlformats.org/drawingml/2006/main">
              <a:ext uri="{FF2B5EF4-FFF2-40B4-BE49-F238E27FC236}">
                <a16:creationId xmlns:a16="http://schemas.microsoft.com/office/drawing/2014/main" id="{FDA8F4B6-F53B-4D26-ACF3-13B18512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284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기획운영과</a:t>
            </a:r>
          </a:p>
        </p:txBody>
      </p:sp>
      <p:sp>
        <p:nvSpPr>
          <p:cNvPr id="27" name="조직-n-bfca8feb">
            <a:extLst xmlns:a="http://schemas.openxmlformats.org/drawingml/2006/main">
              <a:ext uri="{FF2B5EF4-FFF2-40B4-BE49-F238E27FC236}">
                <a16:creationId xmlns:a16="http://schemas.microsoft.com/office/drawing/2014/main" id="{45FE9174-FDB7-4D8A-86A2-45E8BC9D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873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자료관리과</a:t>
            </a:r>
          </a:p>
        </p:txBody>
      </p:sp>
      <p:sp>
        <p:nvSpPr>
          <p:cNvPr id="28" name="조직-n-8fe2a166">
            <a:extLst xmlns:a="http://schemas.openxmlformats.org/drawingml/2006/main">
              <a:ext uri="{FF2B5EF4-FFF2-40B4-BE49-F238E27FC236}">
                <a16:creationId xmlns:a16="http://schemas.microsoft.com/office/drawing/2014/main" id="{67356DFA-28A0-4CEF-B9BA-3FAEE051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0461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전시운영과</a:t>
            </a:r>
          </a:p>
        </p:txBody>
      </p:sp>
      <p:sp>
        <p:nvSpPr>
          <p:cNvPr id="29" name="조직-n-21903b3b">
            <a:extLst xmlns:a="http://schemas.openxmlformats.org/drawingml/2006/main">
              <a:ext uri="{FF2B5EF4-FFF2-40B4-BE49-F238E27FC236}">
                <a16:creationId xmlns:a16="http://schemas.microsoft.com/office/drawing/2014/main" id="{0B62A0C3-B2E3-4464-B693-1201D12F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050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조사연구과</a:t>
            </a:r>
          </a:p>
        </p:txBody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38D9EBE-5102-42C3-B099-E72B1D8B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31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5D0C6259-374E-4A69-8E73-DA240686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15610D3-16E5-4F1D-98A6-14D3766E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33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13E91D2A-10CD-47C8-8D69-BC04DE24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34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567805FF-AA7F-43D0-A711-1BE2F6C9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F421EC88-E2B4-4E34-94F3-404A5AA2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36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566A8F69-4470-4F9E-8389-4C5F4DC8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(임) 임기제  (책) 책임운영  (총) 총액  (자) 자율  (평) 평가  (한) 한시</a:t>
            </a:r>
          </a:p>
        </p:txBody>
      </p:sp>
      <p:sp>
        <p:nvSpPr>
          <p:cNvPr id="37" name="쪽번호">
            <a:extLst xmlns:a="http://schemas.openxmlformats.org/drawingml/2006/main">
              <a:ext uri="{FF2B5EF4-FFF2-40B4-BE49-F238E27FC236}">
                <a16:creationId xmlns:a16="http://schemas.microsoft.com/office/drawing/2014/main" id="{E98A9C02-8C29-4509-A432-FC24364E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9 / 10</a:t>
            </a:r>
          </a:p>
        </p:txBody>
      </p:sp>
    </p:spTree>
    <p:extLst>
      <p:ext uri="{BB962C8B-B14F-4D97-AF65-F5344CB8AC3E}">
        <p14:creationId xmlns:p14="http://schemas.microsoft.com/office/powerpoint/2010/main" val="9060918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기관명">
            <a:extLst xmlns:a="http://schemas.openxmlformats.org/drawingml/2006/main">
              <a:ext uri="{FF2B5EF4-FFF2-40B4-BE49-F238E27FC236}">
                <a16:creationId xmlns:a16="http://schemas.microsoft.com/office/drawing/2014/main" id="{B33E44D6-A247-4ECD-9304-513E80DB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문화체육관광부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D611D185-F9A7-4B3D-82CD-54B8E6C0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 (6)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A41F5EA6-62F3-41F2-B593-2719AB62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2025.07.01.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C7613E0-7298-4B6C-A296-1DA35739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84A1B8B-66BD-40E4-AFAD-21C54F81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49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DD8F575-3E32-475C-A4EA-BF4199F0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497" y="4228719"/>
            <a:ext cx="28484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0DD9FE9-0C8E-470F-93E8-BE8ACA78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93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480AAB9-B2BD-4D07-8BF2-56E97938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49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0145328-A0BE-4950-84BB-1EF635A4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059" y="4228719"/>
            <a:ext cx="28484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A7627D6-DCCD-45A5-AF2C-06200B2F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05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6369840-A73B-4296-A1B7-49289A44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49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6EEFB9C-1599-49F6-80F6-1C962DE3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8278" y="4228719"/>
            <a:ext cx="142421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44D2603-130A-402B-B090-D7370C36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827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4A318F0-8F2F-4DE3-9567-9C3937E6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49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0FF5BA4-99EA-4881-AFEB-28B37CA6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497" y="4228719"/>
            <a:ext cx="142421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FA994BB-5221-451B-B744-AA580477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9502308-3EEE-4CF0-9A63-6113CD10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49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DB29EDA-DCB5-4A55-9E4D-EB0BF0C7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49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AB9E7B9-7653-46AC-94D2-24A9F77C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60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4CEC0E6-D878-4274-929C-8A584D04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606" y="2237994"/>
            <a:ext cx="35605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4F15115-97BB-42E0-A2AA-0B90DC7D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15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EA87603-E4AA-46A0-944A-ABF6958B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60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02D2674-A4D1-4A8E-8FC9-890F1C75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497" y="2237994"/>
            <a:ext cx="71210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D686141-44F0-49AE-A8AA-D4301A81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49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5" name="조직-n-bac9654b">
            <a:extLst xmlns:a="http://schemas.openxmlformats.org/drawingml/2006/main">
              <a:ext uri="{FF2B5EF4-FFF2-40B4-BE49-F238E27FC236}">
                <a16:creationId xmlns:a16="http://schemas.microsoft.com/office/drawing/2014/main" id="{DD4A76D7-A06E-46CC-885C-0BB21F76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969" y="1123950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익산박물관</a:t>
            </a:r>
          </a:p>
        </p:txBody>
      </p:sp>
      <p:sp>
        <p:nvSpPr>
          <p:cNvPr id="26" name="조직-n-5e53bfec">
            <a:extLst xmlns:a="http://schemas.openxmlformats.org/drawingml/2006/main">
              <a:ext uri="{FF2B5EF4-FFF2-40B4-BE49-F238E27FC236}">
                <a16:creationId xmlns:a16="http://schemas.microsoft.com/office/drawing/2014/main" id="{7734F6B6-36DE-40E4-B6ED-ECE841E0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3860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학예연구실 (나)</a:t>
            </a:r>
          </a:p>
        </p:txBody>
      </p:sp>
      <p:sp>
        <p:nvSpPr>
          <p:cNvPr id="27" name="조직-n-7f14a16c">
            <a:extLst xmlns:a="http://schemas.openxmlformats.org/drawingml/2006/main">
              <a:ext uri="{FF2B5EF4-FFF2-40B4-BE49-F238E27FC236}">
                <a16:creationId xmlns:a16="http://schemas.microsoft.com/office/drawing/2014/main" id="{DFF2CA7E-F5C8-4FEA-A033-21F576F4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422" y="5105400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고고역사부</a:t>
            </a:r>
          </a:p>
        </p:txBody>
      </p:sp>
      <p:sp>
        <p:nvSpPr>
          <p:cNvPr id="28" name="조직-n-baf4787f">
            <a:extLst xmlns:a="http://schemas.openxmlformats.org/drawingml/2006/main">
              <a:ext uri="{FF2B5EF4-FFF2-40B4-BE49-F238E27FC236}">
                <a16:creationId xmlns:a16="http://schemas.microsoft.com/office/drawing/2014/main" id="{FD6092D6-F452-4548-B2CA-C6B9DAA3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3456" y="5105400"/>
            <a:ext cx="96964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미술부</a:t>
            </a:r>
          </a:p>
        </p:txBody>
      </p:sp>
      <p:sp>
        <p:nvSpPr>
          <p:cNvPr id="29" name="조직-n-a57b4242">
            <a:extLst xmlns:a="http://schemas.openxmlformats.org/drawingml/2006/main">
              <a:ext uri="{FF2B5EF4-FFF2-40B4-BE49-F238E27FC236}">
                <a16:creationId xmlns:a16="http://schemas.microsoft.com/office/drawing/2014/main" id="{718F1C9A-3074-42E4-837D-45E24853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3860" y="5105400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보존과학부</a:t>
            </a:r>
          </a:p>
        </p:txBody>
      </p:sp>
      <p:sp>
        <p:nvSpPr>
          <p:cNvPr id="30" name="조직-n-79bd561f">
            <a:extLst xmlns:a="http://schemas.openxmlformats.org/drawingml/2006/main">
              <a:ext uri="{FF2B5EF4-FFF2-40B4-BE49-F238E27FC236}">
                <a16:creationId xmlns:a16="http://schemas.microsoft.com/office/drawing/2014/main" id="{B18D9EA8-D3CB-4A63-869D-7C4B978D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078" y="5105400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세계문화부</a:t>
            </a:r>
          </a:p>
        </p:txBody>
      </p:sp>
      <p:sp>
        <p:nvSpPr>
          <p:cNvPr id="31" name="조직-n-4054f2af">
            <a:extLst xmlns:a="http://schemas.openxmlformats.org/drawingml/2006/main">
              <a:ext uri="{FF2B5EF4-FFF2-40B4-BE49-F238E27FC236}">
                <a16:creationId xmlns:a16="http://schemas.microsoft.com/office/drawing/2014/main" id="{A4298AA8-4CB0-4071-BB52-518D40E2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297" y="5105400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유물관리부</a:t>
            </a:r>
          </a:p>
        </p:txBody>
      </p:sp>
      <p:sp>
        <p:nvSpPr>
          <p:cNvPr id="32" name="조직-n-e1ff2fcb">
            <a:extLst xmlns:a="http://schemas.openxmlformats.org/drawingml/2006/main">
              <a:ext uri="{FF2B5EF4-FFF2-40B4-BE49-F238E27FC236}">
                <a16:creationId xmlns:a16="http://schemas.microsoft.com/office/drawing/2014/main" id="{83F68C29-D019-418A-9788-3F3E4AAA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6516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기획운영과</a:t>
            </a:r>
          </a:p>
        </p:txBody>
      </p:sp>
      <p:sp>
        <p:nvSpPr>
          <p:cNvPr id="33" name="조직-n-f1517c71">
            <a:extLst xmlns:a="http://schemas.openxmlformats.org/drawingml/2006/main">
              <a:ext uri="{FF2B5EF4-FFF2-40B4-BE49-F238E27FC236}">
                <a16:creationId xmlns:a16="http://schemas.microsoft.com/office/drawing/2014/main" id="{9C29C2B4-F7A6-43BA-B224-1F30077E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0735" y="1123950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지방박물관</a:t>
            </a:r>
          </a:p>
        </p:txBody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9D2CE9C-E12B-490B-A065-96E69BA2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35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D0A63145-4048-4281-B81B-6467729E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E16EEAE-B91A-41AE-AACE-6731946C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37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79595426-08FF-431A-8E4A-A66E8176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38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528BBF29-4D2E-4942-A12C-634C38FB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9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1CBFF899-6691-4FD1-A2AB-21B32048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40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A0768DA3-5009-4AC5-BB42-113741D4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(임) 임기제  (책) 책임운영  (총) 총액  (자) 자율  (평) 평가  (한) 한시</a:t>
            </a:r>
          </a:p>
        </p:txBody>
      </p:sp>
      <p:sp>
        <p:nvSpPr>
          <p:cNvPr id="41" name="쪽번호">
            <a:extLst xmlns:a="http://schemas.openxmlformats.org/drawingml/2006/main">
              <a:ext uri="{FF2B5EF4-FFF2-40B4-BE49-F238E27FC236}">
                <a16:creationId xmlns:a16="http://schemas.microsoft.com/office/drawing/2014/main" id="{F1620A60-A5D2-4D56-91BE-6ED7EBCD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7347623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2026-07-24T04:30:55.2680000Z</dcterms:created>
  <dcterms:modified xsi:type="dcterms:W3CDTF">2026-07-24T04:30:55.2680000Z</dcterms:modified>
</coreProperties>
</file>