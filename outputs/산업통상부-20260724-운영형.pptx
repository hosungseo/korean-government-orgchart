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bd862c832401f" /><Relationship Type="http://schemas.openxmlformats.org/officeDocument/2006/relationships/extended-properties" Target="/docProps/app.xml" Id="R36202985adc5427f" /><Relationship Type="http://schemas.openxmlformats.org/officeDocument/2006/relationships/officeDocument" Target="/ppt/presentation.xml" Id="R95aa89f9251c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dbe93bcca4619"/>
  </p:sldMasterIdLst>
  <p:notesMasterIdLst>
    <p:notesMasterId xmlns:r="http://schemas.openxmlformats.org/officeDocument/2006/relationships" r:id="R960ed4a6ab364d7b"/>
  </p:notesMasterIdLst>
  <p:sldIdLst>
    <p:sldId xmlns:r="http://schemas.openxmlformats.org/officeDocument/2006/relationships" id="256" r:id="Rd3240764b43d4612"/>
    <p:sldId xmlns:r="http://schemas.openxmlformats.org/officeDocument/2006/relationships" id="257" r:id="Rcbe9eedf11974a52"/>
    <p:sldId xmlns:r="http://schemas.openxmlformats.org/officeDocument/2006/relationships" id="258" r:id="Ra816958781054bfe"/>
    <p:sldId xmlns:r="http://schemas.openxmlformats.org/officeDocument/2006/relationships" id="259" r:id="Rbbc502902acf4b90"/>
    <p:sldId xmlns:r="http://schemas.openxmlformats.org/officeDocument/2006/relationships" id="260" r:id="Re6c5a5e171fd4ef7"/>
    <p:sldId xmlns:r="http://schemas.openxmlformats.org/officeDocument/2006/relationships" id="261" r:id="Rb7b24f6444f5429f"/>
    <p:sldId xmlns:r="http://schemas.openxmlformats.org/officeDocument/2006/relationships" id="262" r:id="R35e3c0e74b644eee"/>
    <p:sldId xmlns:r="http://schemas.openxmlformats.org/officeDocument/2006/relationships" id="263" r:id="R4b57975c8e3c46ef"/>
    <p:sldId xmlns:r="http://schemas.openxmlformats.org/officeDocument/2006/relationships" id="264" r:id="R219fcd4b80e9492c"/>
    <p:sldId xmlns:r="http://schemas.openxmlformats.org/officeDocument/2006/relationships" id="265" r:id="Rd6a64dea687840cb"/>
  </p:sldIdLst>
  <p:sldSz cx="1069343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5058ee44594ea2" /><Relationship Type="http://schemas.openxmlformats.org/officeDocument/2006/relationships/slideMaster" Target="/ppt/slideMasters/slideMaster1.xml" Id="R93edbe93bcca4619" /><Relationship Type="http://schemas.openxmlformats.org/officeDocument/2006/relationships/notesMaster" Target="/ppt/notesMasters/notesMaster1.xml" Id="R960ed4a6ab364d7b" /><Relationship Type="http://schemas.openxmlformats.org/officeDocument/2006/relationships/presProps" Target="/ppt/presProps.xml" Id="R42335dd6a6b94e60" /><Relationship Type="http://schemas.openxmlformats.org/officeDocument/2006/relationships/tableStyles" Target="/ppt/tableStyles.xml" Id="R9c2b108c3e7b4be9" /><Relationship Type="http://schemas.openxmlformats.org/officeDocument/2006/relationships/slide" Target="/ppt/slides/slide1.xml" Id="Rd3240764b43d4612" /><Relationship Type="http://schemas.openxmlformats.org/officeDocument/2006/relationships/slide" Target="/ppt/slides/slide2.xml" Id="Rcbe9eedf11974a52" /><Relationship Type="http://schemas.openxmlformats.org/officeDocument/2006/relationships/slide" Target="/ppt/slides/slide3.xml" Id="Ra816958781054bfe" /><Relationship Type="http://schemas.openxmlformats.org/officeDocument/2006/relationships/slide" Target="/ppt/slides/slide4.xml" Id="Rbbc502902acf4b90" /><Relationship Type="http://schemas.openxmlformats.org/officeDocument/2006/relationships/slide" Target="/ppt/slides/slide5.xml" Id="Re6c5a5e171fd4ef7" /><Relationship Type="http://schemas.openxmlformats.org/officeDocument/2006/relationships/slide" Target="/ppt/slides/slide6.xml" Id="Rb7b24f6444f5429f" /><Relationship Type="http://schemas.openxmlformats.org/officeDocument/2006/relationships/slide" Target="/ppt/slides/slide7.xml" Id="R35e3c0e74b644eee" /><Relationship Type="http://schemas.openxmlformats.org/officeDocument/2006/relationships/slide" Target="/ppt/slides/slide8.xml" Id="R4b57975c8e3c46ef" /><Relationship Type="http://schemas.openxmlformats.org/officeDocument/2006/relationships/slide" Target="/ppt/slides/slide9.xml" Id="R219fcd4b80e9492c" /><Relationship Type="http://schemas.openxmlformats.org/officeDocument/2006/relationships/slide" Target="/ppt/slides/slide10.xml" Id="Rd6a64dea6878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bec74dea1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c0a8585614bcf" /><Relationship Type="http://schemas.openxmlformats.org/officeDocument/2006/relationships/notesMaster" Target="/ppt/notesMasters/notesMaster1.xml" Id="R2ee8fba124604f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01d44dcfa4dad" /><Relationship Type="http://schemas.openxmlformats.org/officeDocument/2006/relationships/notesMaster" Target="/ppt/notesMasters/notesMaster1.xml" Id="R1b996d689fd5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524fada43344e0" /><Relationship Type="http://schemas.openxmlformats.org/officeDocument/2006/relationships/notesMaster" Target="/ppt/notesMasters/notesMaster1.xml" Id="R295d3154c131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83e5526af14674" /><Relationship Type="http://schemas.openxmlformats.org/officeDocument/2006/relationships/notesMaster" Target="/ppt/notesMasters/notesMaster1.xml" Id="R3694f7140d4f4c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dfdf3d62c4070" /><Relationship Type="http://schemas.openxmlformats.org/officeDocument/2006/relationships/notesMaster" Target="/ppt/notesMasters/notesMaster1.xml" Id="R563a365bf293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e9e50efdf34c53" /><Relationship Type="http://schemas.openxmlformats.org/officeDocument/2006/relationships/notesMaster" Target="/ppt/notesMasters/notesMaster1.xml" Id="R2343ad572399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957a2a0c54754" /><Relationship Type="http://schemas.openxmlformats.org/officeDocument/2006/relationships/notesMaster" Target="/ppt/notesMasters/notesMaster1.xml" Id="R8c42fe75b71a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b4317fe314881" /><Relationship Type="http://schemas.openxmlformats.org/officeDocument/2006/relationships/notesMaster" Target="/ppt/notesMasters/notesMaster1.xml" Id="R9ef0f18eae004c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c9f3f728124b19" /><Relationship Type="http://schemas.openxmlformats.org/officeDocument/2006/relationships/notesMaster" Target="/ppt/notesMasters/notesMaster1.xml" Id="R040d5c9ff16248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ba70e141124193" /><Relationship Type="http://schemas.openxmlformats.org/officeDocument/2006/relationships/notesMaster" Target="/ppt/notesMasters/notesMaster1.xml" Id="R1b598f9b0811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e38f5795c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11830d8e54565" /><Relationship Type="http://schemas.openxmlformats.org/officeDocument/2006/relationships/slideLayout" Target="/ppt/slideLayouts/slideLayout1.xml" Id="R130af5c26e7d44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af5c26e7d44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5a5ca2c1c4d20" /><Relationship Type="http://schemas.openxmlformats.org/officeDocument/2006/relationships/notesSlide" Target="/ppt/notesSlides/notesSlide1.xml" Id="R0b3df04653b3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b40a7134f4a61" /><Relationship Type="http://schemas.openxmlformats.org/officeDocument/2006/relationships/notesSlide" Target="/ppt/notesSlides/notesSlide2.xml" Id="R907e90b9c1154a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4a81de6d74667" /><Relationship Type="http://schemas.openxmlformats.org/officeDocument/2006/relationships/notesSlide" Target="/ppt/notesSlides/notesSlide3.xml" Id="R4503db5aacf64e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41e9c81e64794" /><Relationship Type="http://schemas.openxmlformats.org/officeDocument/2006/relationships/notesSlide" Target="/ppt/notesSlides/notesSlide4.xml" Id="R17498fef69e7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6a5a609a146bd" /><Relationship Type="http://schemas.openxmlformats.org/officeDocument/2006/relationships/notesSlide" Target="/ppt/notesSlides/notesSlide5.xml" Id="R8d8795f946a1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53bdc5ec64ca9" /><Relationship Type="http://schemas.openxmlformats.org/officeDocument/2006/relationships/notesSlide" Target="/ppt/notesSlides/notesSlide6.xml" Id="Rfc34b99182c64c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123f315e54eb1" /><Relationship Type="http://schemas.openxmlformats.org/officeDocument/2006/relationships/notesSlide" Target="/ppt/notesSlides/notesSlide7.xml" Id="R39c8c99968914a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7ccf280f4986" /><Relationship Type="http://schemas.openxmlformats.org/officeDocument/2006/relationships/notesSlide" Target="/ppt/notesSlides/notesSlide8.xml" Id="Ra7c0466d18e547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41cc020d94595" /><Relationship Type="http://schemas.openxmlformats.org/officeDocument/2006/relationships/notesSlide" Target="/ppt/notesSlides/notesSlide9.xml" Id="Rfc3f289c3d2a47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44c5f4de44f95" /><Relationship Type="http://schemas.openxmlformats.org/officeDocument/2006/relationships/notesSlide" Target="/ppt/notesSlides/notesSlide10.xml" Id="Rf0dcabd1b29c47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기관명">
            <a:extLst xmlns:a="http://schemas.openxmlformats.org/drawingml/2006/main">
              <a:ext uri="{FF2B5EF4-FFF2-40B4-BE49-F238E27FC236}">
                <a16:creationId xmlns:a16="http://schemas.microsoft.com/office/drawing/2014/main" id="{90466C1A-218C-40E3-87EF-8358638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F6FBADB-0499-4878-97A5-6411D2D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44C2885-D70C-4D4E-BD85-E1A0462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DCC722-5E34-4AC9-8150-FA48734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1BFFDB-8970-4904-A188-FA0E83C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1BE7DF-EC31-4330-90CA-0358507D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6841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7AE29A-808C-4550-AC2A-4D2E9AF3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FC7017-EE69-494D-97D2-9251249D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893CA4-8EB0-43DC-B772-A42390D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C3E19A-5A00-4CEF-917B-F150A7B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4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58F6C9-AE32-4DBB-BA14-FC82626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07B086-7414-4983-97E9-3895FE8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8344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97AE02-A214-4E67-8BE6-5CDC07C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1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FB21C9-074B-4714-A12B-5316A376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80420F-FA5A-4B01-8EB9-B6BEDB9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94" y="4228719"/>
            <a:ext cx="230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147FB5-95CC-48A4-8AA5-E66DD01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9184A9-0532-4D6D-87EE-60DF4851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D3FA61-7943-4C54-8775-BBD859B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6013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E04D76-F3C0-4BA2-96E1-84A72F84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0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5F0603-1E6D-4A1A-A7CF-F140FA5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F3FDA7-540D-40C7-AC14-CC1AC5A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377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1AEDEA-8D97-4478-B673-036F3ED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3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FAB9FA-60BD-47A4-A38B-264755EE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CA92B2-3BD5-427B-AF83-F3432DD7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21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90A3B8-0C53-4D9B-8AE5-2435219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3671FF-85FF-4257-9BF9-1569D1D5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39169E-A98C-4647-A286-3EA9AB0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03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8DA908-7C71-4F5A-8522-4AF7ED16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0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F99FE2-59CD-4B5F-B477-D2CFCF1D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49BFC9-6D4A-4087-80B9-B40527FB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2237994"/>
            <a:ext cx="230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F9E5FE-DBCA-4307-9651-CD6C61AA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F0251D-88C6-45D3-A419-FFC80EE3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343C10-F508-41B6-9C5D-48E6AF7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4228719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77399D-E8CF-4C16-AB42-7A8FA1C6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2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18480F-BCC5-498E-BE16-A06CB75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243E49-DBAB-4187-9822-F02C7E8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F33526-7245-414A-8751-8674BEB1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E13E47-44A7-406A-BB8E-DD4BD954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1" y="4228719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9D3F08-4ECD-47A4-B603-5EB36BD9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04EF72-B1A6-4DAC-8D81-A8A39B7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32A85E-532D-44A7-9DA9-B379E07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5CBF91-E0FF-467E-9ADF-D4F1D43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09384E-580C-4913-8F2A-E565A44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2F8601-1FB4-4400-86EF-F0AA8D2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11AB16-7165-4CFE-8E47-5422B7D8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9AEF83-1CA0-44A5-941A-8096968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1A45FF-7819-4B1A-9884-23211DA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55" y="4228719"/>
            <a:ext cx="230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FB239E-9F32-4506-BBC5-1F691A3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-n-6d736a60">
            <a:extLst xmlns:a="http://schemas.openxmlformats.org/drawingml/2006/main">
              <a:ext uri="{FF2B5EF4-FFF2-40B4-BE49-F238E27FC236}">
                <a16:creationId xmlns:a16="http://schemas.microsoft.com/office/drawing/2014/main" id="{1329B6D7-FC0B-4BB0-9FE0-FE11A7E0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801" y="1123950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장관</a:t>
            </a:r>
          </a:p>
        </p:txBody>
      </p:sp>
      <p:sp>
        <p:nvSpPr>
          <p:cNvPr id="50" name="조직-n-4481f335">
            <a:extLst xmlns:a="http://schemas.openxmlformats.org/drawingml/2006/main">
              <a:ext uri="{FF2B5EF4-FFF2-40B4-BE49-F238E27FC236}">
                <a16:creationId xmlns:a16="http://schemas.microsoft.com/office/drawing/2014/main" id="{68D4A29A-82B6-49C8-AB37-990EB97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140" y="3114675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차관</a:t>
            </a:r>
          </a:p>
        </p:txBody>
      </p:sp>
      <p:sp>
        <p:nvSpPr>
          <p:cNvPr id="51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55570037-A23B-42AB-9DF9-14607ADC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9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2" name="조직-n-36f3c644">
            <a:extLst xmlns:a="http://schemas.openxmlformats.org/drawingml/2006/main">
              <a:ext uri="{FF2B5EF4-FFF2-40B4-BE49-F238E27FC236}">
                <a16:creationId xmlns:a16="http://schemas.microsoft.com/office/drawing/2014/main" id="{F4F13563-5B0F-4BDB-8BA1-AB15B28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8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3" name="조직-n-42a0a302">
            <a:extLst xmlns:a="http://schemas.openxmlformats.org/drawingml/2006/main">
              <a:ext uri="{FF2B5EF4-FFF2-40B4-BE49-F238E27FC236}">
                <a16:creationId xmlns:a16="http://schemas.microsoft.com/office/drawing/2014/main" id="{C0DC67F6-F005-46E4-8B1B-160127E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76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4" name="조직-n-2ad0ba08">
            <a:extLst xmlns:a="http://schemas.openxmlformats.org/drawingml/2006/main">
              <a:ext uri="{FF2B5EF4-FFF2-40B4-BE49-F238E27FC236}">
                <a16:creationId xmlns:a16="http://schemas.microsoft.com/office/drawing/2014/main" id="{571B7A39-5C17-4286-B709-A13F348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5" name="조직-n-97fa6614">
            <a:extLst xmlns:a="http://schemas.openxmlformats.org/drawingml/2006/main">
              <a:ext uri="{FF2B5EF4-FFF2-40B4-BE49-F238E27FC236}">
                <a16:creationId xmlns:a16="http://schemas.microsoft.com/office/drawing/2014/main" id="{BA233F06-4A6D-4C31-9FC9-30F6FA25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54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56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087A6D9D-F395-4D21-A738-646D8C8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2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7" name="조직-n-9727b390">
            <a:extLst xmlns:a="http://schemas.openxmlformats.org/drawingml/2006/main">
              <a:ext uri="{FF2B5EF4-FFF2-40B4-BE49-F238E27FC236}">
                <a16:creationId xmlns:a16="http://schemas.microsoft.com/office/drawing/2014/main" id="{D422B219-C698-44C6-B53B-95DCDAE9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8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275AA99A-CECB-4D31-BCCF-9E0AF2E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224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59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C245CC36-6C62-4AC5-B819-9667B480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20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0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BCC93026-6561-4E68-8AF6-9F6ECFC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998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61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80ED851C-311E-4686-8AFA-ACAC450B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2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F1AAA3A3-7A4B-4FC0-9877-5271EDBB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86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3" name="조직-n-a4fafae2">
            <a:extLst xmlns:a="http://schemas.openxmlformats.org/drawingml/2006/main">
              <a:ext uri="{FF2B5EF4-FFF2-40B4-BE49-F238E27FC236}">
                <a16:creationId xmlns:a16="http://schemas.microsoft.com/office/drawing/2014/main" id="{38700017-CEBD-428C-81F8-CE80386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75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64" name="조직-n-4522cc35">
            <a:extLst xmlns:a="http://schemas.openxmlformats.org/drawingml/2006/main">
              <a:ext uri="{FF2B5EF4-FFF2-40B4-BE49-F238E27FC236}">
                <a16:creationId xmlns:a16="http://schemas.microsoft.com/office/drawing/2014/main" id="{7438A74F-E238-473C-8E25-A9F3EAE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638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22D539-4C5A-4816-BA05-BC3C4B2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66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62CE9881-DCA4-4174-9226-BD5D6FC7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10CD72-7D3C-4010-A32D-A11E410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68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16C4802C-AF7E-4F5D-BF23-A491C0E3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39B0B2-6DE2-4D50-ADB0-5A5F2EDC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70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394296A5-BE18-462D-AD71-79AB9923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71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F565A7F0-8E0D-4DC5-940B-3DA7829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520D2473-2A86-48D5-9D4F-841C248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73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BB4FC756-EB07-40AB-BBB1-46CCE78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74" name="쪽번호">
            <a:extLst xmlns:a="http://schemas.openxmlformats.org/drawingml/2006/main">
              <a:ext uri="{FF2B5EF4-FFF2-40B4-BE49-F238E27FC236}">
                <a16:creationId xmlns:a16="http://schemas.microsoft.com/office/drawing/2014/main" id="{29C8F17D-4AAD-4986-9A09-57248F6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38969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기관명">
            <a:extLst xmlns:a="http://schemas.openxmlformats.org/drawingml/2006/main">
              <a:ext uri="{FF2B5EF4-FFF2-40B4-BE49-F238E27FC236}">
                <a16:creationId xmlns:a16="http://schemas.microsoft.com/office/drawing/2014/main" id="{5C8BA59B-8896-41AA-8018-F2BE7224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CF257E7B-67A0-4831-B796-DF22ED6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08CC40F-E32C-4FAA-8CDA-CE8938E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9F8BF4-7F9F-4BBC-BA17-1B0FA879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F05BC7-17D9-474C-A53C-E6809B9B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AA5802-EDF0-4357-ABB0-17DBEC0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392651-23BC-47A1-824F-3C7E5342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F4CEA3-6467-42C2-9A23-301D2D0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C9F36C-8A00-416A-8520-A3068DF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257AE8-8DCA-4E70-A742-C8E353D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B87C81-3153-485B-B241-4F180A2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F81FE8-AC52-4F75-8D64-1D7F04BA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1AD234-4DD9-4428-B97A-B85A322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A35425-F085-4F46-B593-792CC717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3EE713-A794-49CB-9B4F-7D3B369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6E5944-B7EE-4B13-8AD5-497FABE1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97F86A-F865-4519-9486-1828267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E0EAF8-7228-4D38-BFD9-3BD98331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442C01-7B04-4779-94BA-32DE4AF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421378-872D-4D31-921D-DA19A77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1480A0-5B6C-4E58-94F6-D8922C5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BB6E0A-2B34-4CC2-B407-FD728EC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363008-25C3-4D01-A024-22451B8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C01B11-8255-4A57-9CE4-B65A2A2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19BA4F-681B-4102-9AFC-1BCF1EF3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EF5DF1-16C8-442C-B2D7-79E2EB4C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AFADD7-5132-40B7-83D4-B34FE81C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7464C1-6738-48B6-B316-3486251B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64AD7E-F9A4-42A9-84E4-5D4AFC1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0D7449-206E-44CF-8683-E19EA4A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91E895-ABA3-4B2B-B55E-A4FFD39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4A72B5-D9E9-4CFD-BB0A-467FAD9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975" y="2237994"/>
            <a:ext cx="2718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8436B3-95AE-4999-BE89-1F27374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97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153D5E-DF2D-4312-BCCC-787A1967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6C19CD-6853-4524-B395-B6130CA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0392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EC7BC2-173F-42E8-95BB-284BB0CC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C1CBDE-8A07-4408-A2C2-41483DF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C80E11-5494-4896-B066-9B137B58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2237994"/>
            <a:ext cx="11329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478889-2384-4D7C-8B11-DE491FB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668B1F-095B-425D-994D-2990CD9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8F7D71-5FB5-415F-98D4-0A31963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95C5AD-0B1D-4796-8C2D-0758425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343627-1D6C-4C0A-9686-30582700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A32630-9754-484E-BBD9-40F5802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C282D6-C834-4607-BF77-417D935C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CCB347-F469-4D25-A959-17657913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D65102-C5BE-4603-A123-658F6DD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915D6A-E5F1-4BAB-8AA6-DA60593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1E9A4F-DE80-484D-BDC6-3440A2FE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44129E-C36A-44F1-954D-77EFA7F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38FE78-148F-4FEE-8886-16431CC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7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6E9BC2-47B6-40DE-85B0-BA2C24A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F9F9BD-FF4C-4075-9A32-F729048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2718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F47DD8-8499-4EBE-8B86-8ADB0BE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9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918B45-2F44-44C8-A6EB-DF01F87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F7714B-8CEF-4517-8E9B-9FBFB3D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932E50-1719-40AB-A93B-E1D33923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E5D144-F275-4301-9147-BF3F24FF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EFB325-8B42-4361-A05C-101418C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4D7ED9-C115-4DC2-97DC-08FA899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C5BD0A-5456-42A9-8CCC-49F583A2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319E75-1F43-4E55-8094-40E1CBE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60779F-0404-4D2F-A833-909C918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E3A871-C2F2-43B8-B89C-5DA6B0B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4228719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EE8BBB-F9AC-4EB3-8BC1-E65D000F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E7DF37-4FDB-4C66-AEA0-62CCE645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040103-6035-45B1-BF0D-C64771C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476D8F-3F8E-483D-8A6A-574FED9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69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1082E759-E245-42CD-BE05-4C14F67D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535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 (가)</a:t>
            </a:r>
          </a:p>
        </p:txBody>
      </p:sp>
      <p:sp>
        <p:nvSpPr>
          <p:cNvPr id="70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72D590BF-3456-4287-B2CF-CC0E382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1" name="조직-n-fbd46cf9">
            <a:extLst xmlns:a="http://schemas.openxmlformats.org/drawingml/2006/main">
              <a:ext uri="{FF2B5EF4-FFF2-40B4-BE49-F238E27FC236}">
                <a16:creationId xmlns:a16="http://schemas.microsoft.com/office/drawing/2014/main" id="{E730B5CC-188D-4CA4-8ED3-B8D36D0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2" name="조직-n-35758b77">
            <a:extLst xmlns:a="http://schemas.openxmlformats.org/drawingml/2006/main">
              <a:ext uri="{FF2B5EF4-FFF2-40B4-BE49-F238E27FC236}">
                <a16:creationId xmlns:a16="http://schemas.microsoft.com/office/drawing/2014/main" id="{CA4BA3A1-B24E-4EA2-873E-D9BF0B6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5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3" name="조직-n-d35fd50b">
            <a:extLst xmlns:a="http://schemas.openxmlformats.org/drawingml/2006/main">
              <a:ext uri="{FF2B5EF4-FFF2-40B4-BE49-F238E27FC236}">
                <a16:creationId xmlns:a16="http://schemas.microsoft.com/office/drawing/2014/main" id="{40FD4884-A3F8-44FB-BB23-0BC57905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1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4" name="조직-n-798782bf">
            <a:extLst xmlns:a="http://schemas.openxmlformats.org/drawingml/2006/main">
              <a:ext uri="{FF2B5EF4-FFF2-40B4-BE49-F238E27FC236}">
                <a16:creationId xmlns:a16="http://schemas.microsoft.com/office/drawing/2014/main" id="{06636858-BE00-4898-AD5D-E714950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7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5" name="조직-n-e104a345">
            <a:extLst xmlns:a="http://schemas.openxmlformats.org/drawingml/2006/main">
              <a:ext uri="{FF2B5EF4-FFF2-40B4-BE49-F238E27FC236}">
                <a16:creationId xmlns:a16="http://schemas.microsoft.com/office/drawing/2014/main" id="{67AE0A71-E9FD-46E7-ABD7-54D28EF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6" name="조직-n-d37110fd">
            <a:extLst xmlns:a="http://schemas.openxmlformats.org/drawingml/2006/main">
              <a:ext uri="{FF2B5EF4-FFF2-40B4-BE49-F238E27FC236}">
                <a16:creationId xmlns:a16="http://schemas.microsoft.com/office/drawing/2014/main" id="{39337227-AF89-48E8-8814-A8123E6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7" name="조직-n-f1907300">
            <a:extLst xmlns:a="http://schemas.openxmlformats.org/drawingml/2006/main">
              <a:ext uri="{FF2B5EF4-FFF2-40B4-BE49-F238E27FC236}">
                <a16:creationId xmlns:a16="http://schemas.microsoft.com/office/drawing/2014/main" id="{EA81AB01-BE22-485C-AC4D-6406B27E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5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8" name="조직-n-dd5ea767">
            <a:extLst xmlns:a="http://schemas.openxmlformats.org/drawingml/2006/main">
              <a:ext uri="{FF2B5EF4-FFF2-40B4-BE49-F238E27FC236}">
                <a16:creationId xmlns:a16="http://schemas.microsoft.com/office/drawing/2014/main" id="{0FF53A1B-C23E-4328-8239-4631BB5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1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9" name="조직-n-36f3c644">
            <a:extLst xmlns:a="http://schemas.openxmlformats.org/drawingml/2006/main">
              <a:ext uri="{FF2B5EF4-FFF2-40B4-BE49-F238E27FC236}">
                <a16:creationId xmlns:a16="http://schemas.microsoft.com/office/drawing/2014/main" id="{984D900B-D905-4740-9566-E4DB53F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01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산업성장실 (가)(평)</a:t>
            </a:r>
          </a:p>
        </p:txBody>
      </p:sp>
      <p:sp>
        <p:nvSpPr>
          <p:cNvPr id="80" name="조직-n-deefa292">
            <a:extLst xmlns:a="http://schemas.openxmlformats.org/drawingml/2006/main">
              <a:ext uri="{FF2B5EF4-FFF2-40B4-BE49-F238E27FC236}">
                <a16:creationId xmlns:a16="http://schemas.microsoft.com/office/drawing/2014/main" id="{DB01F8A0-6A01-4D08-BD48-310FA18B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57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1" name="조직-n-2d38c404">
            <a:extLst xmlns:a="http://schemas.openxmlformats.org/drawingml/2006/main">
              <a:ext uri="{FF2B5EF4-FFF2-40B4-BE49-F238E27FC236}">
                <a16:creationId xmlns:a16="http://schemas.microsoft.com/office/drawing/2014/main" id="{D59A9D93-85EE-472E-B32F-8A85E625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251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산업인공지능정책관 (평)</a:t>
            </a:r>
          </a:p>
        </p:txBody>
      </p:sp>
      <p:sp>
        <p:nvSpPr>
          <p:cNvPr id="82" name="조직-n-513a8fb0">
            <a:extLst xmlns:a="http://schemas.openxmlformats.org/drawingml/2006/main">
              <a:ext uri="{FF2B5EF4-FFF2-40B4-BE49-F238E27FC236}">
                <a16:creationId xmlns:a16="http://schemas.microsoft.com/office/drawing/2014/main" id="{71CB49F9-16AB-4062-AA58-53456038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3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81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3" name="조직-n-132b298c">
            <a:extLst xmlns:a="http://schemas.openxmlformats.org/drawingml/2006/main">
              <a:ext uri="{FF2B5EF4-FFF2-40B4-BE49-F238E27FC236}">
                <a16:creationId xmlns:a16="http://schemas.microsoft.com/office/drawing/2014/main" id="{2EB2D2E4-D32A-4162-95E7-91BA930D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72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첨단산업정책관 (나)</a:t>
            </a:r>
          </a:p>
        </p:txBody>
      </p:sp>
      <p:sp>
        <p:nvSpPr>
          <p:cNvPr id="84" name="조직-n-bc6d6b31">
            <a:extLst xmlns:a="http://schemas.openxmlformats.org/drawingml/2006/main">
              <a:ext uri="{FF2B5EF4-FFF2-40B4-BE49-F238E27FC236}">
                <a16:creationId xmlns:a16="http://schemas.microsoft.com/office/drawing/2014/main" id="{8EAFB709-55AF-404A-9B16-AE6F2D1F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5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5" name="조직-n-410acab9">
            <a:extLst xmlns:a="http://schemas.openxmlformats.org/drawingml/2006/main">
              <a:ext uri="{FF2B5EF4-FFF2-40B4-BE49-F238E27FC236}">
                <a16:creationId xmlns:a16="http://schemas.microsoft.com/office/drawing/2014/main" id="{973ECB9B-2839-4FA3-AFC4-8817FE7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378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86" name="조직-n-ebea6d4d">
            <a:extLst xmlns:a="http://schemas.openxmlformats.org/drawingml/2006/main">
              <a:ext uri="{FF2B5EF4-FFF2-40B4-BE49-F238E27FC236}">
                <a16:creationId xmlns:a16="http://schemas.microsoft.com/office/drawing/2014/main" id="{D0615D36-ADF8-4ED6-960C-9E72BCB8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538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7" name="조직-n-1e97dd21">
            <a:extLst xmlns:a="http://schemas.openxmlformats.org/drawingml/2006/main">
              <a:ext uri="{FF2B5EF4-FFF2-40B4-BE49-F238E27FC236}">
                <a16:creationId xmlns:a16="http://schemas.microsoft.com/office/drawing/2014/main" id="{5630B099-ABC6-4ED0-A33B-512773F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8" name="조직-n-995569bf">
            <a:extLst xmlns:a="http://schemas.openxmlformats.org/drawingml/2006/main">
              <a:ext uri="{FF2B5EF4-FFF2-40B4-BE49-F238E27FC236}">
                <a16:creationId xmlns:a16="http://schemas.microsoft.com/office/drawing/2014/main" id="{489A968B-ECCE-4472-AD3D-9E9724C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859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9" name="조직-n-d71c3220">
            <a:extLst xmlns:a="http://schemas.openxmlformats.org/drawingml/2006/main">
              <a:ext uri="{FF2B5EF4-FFF2-40B4-BE49-F238E27FC236}">
                <a16:creationId xmlns:a16="http://schemas.microsoft.com/office/drawing/2014/main" id="{C48F9445-C48A-4EDA-A7F4-F2ACC68C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2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0" name="조직-n-71b756b7">
            <a:extLst xmlns:a="http://schemas.openxmlformats.org/drawingml/2006/main">
              <a:ext uri="{FF2B5EF4-FFF2-40B4-BE49-F238E27FC236}">
                <a16:creationId xmlns:a16="http://schemas.microsoft.com/office/drawing/2014/main" id="{32306013-7D27-4D4C-945A-9D53666D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18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1" name="조직-n-c89c2bc4">
            <a:extLst xmlns:a="http://schemas.openxmlformats.org/drawingml/2006/main">
              <a:ext uri="{FF2B5EF4-FFF2-40B4-BE49-F238E27FC236}">
                <a16:creationId xmlns:a16="http://schemas.microsoft.com/office/drawing/2014/main" id="{1F26449C-03E7-4E06-92E0-F4C8B1D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4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봇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2" name="조직-n-aea6003a">
            <a:extLst xmlns:a="http://schemas.openxmlformats.org/drawingml/2006/main">
              <a:ext uri="{FF2B5EF4-FFF2-40B4-BE49-F238E27FC236}">
                <a16:creationId xmlns:a16="http://schemas.microsoft.com/office/drawing/2014/main" id="{A7B614D5-74E2-4F15-BDE7-7D9A7389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50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81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132E17-6858-4B99-B8FF-49E4B69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F87D8C76-3678-4786-BBFC-31FEE51F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5FB264-1B37-4CBC-8C15-E711B3E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68F7681B-174A-469C-AD4C-66EAFBA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9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1BF186-4E60-4BAD-9CBB-923BE8DF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98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5B89C9D0-BCCF-47D6-BFDF-CE2BC5C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99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03ABC6C0-BCA8-4A15-83FD-9C2167A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5C7E4AC5-0475-4C5A-8508-2D6787A8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01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10A9BC3C-E3E4-4947-9CDF-AD544A8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02" name="쪽번호">
            <a:extLst xmlns:a="http://schemas.openxmlformats.org/drawingml/2006/main">
              <a:ext uri="{FF2B5EF4-FFF2-40B4-BE49-F238E27FC236}">
                <a16:creationId xmlns:a16="http://schemas.microsoft.com/office/drawing/2014/main" id="{1925F576-4684-4517-8C2A-C6C2683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006351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기관명">
            <a:extLst xmlns:a="http://schemas.openxmlformats.org/drawingml/2006/main">
              <a:ext uri="{FF2B5EF4-FFF2-40B4-BE49-F238E27FC236}">
                <a16:creationId xmlns:a16="http://schemas.microsoft.com/office/drawing/2014/main" id="{B7B6549D-8634-4005-B646-CDEBB584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E23A12C1-3A53-4D9A-840A-CDAF484F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B26A1D11-3F4B-4A3A-AD3B-25753DE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C8F6E1-2A6A-4C87-91B7-B881612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C51E9F-9316-46BB-A3B4-44C72179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B251A1-0F1D-413D-ACA7-AB6E8A7B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05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9BF865-4956-407C-8000-626890E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0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5C7494-C4DA-4D1C-A7AF-EBA00A8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973D80-EFD9-4B10-8AA1-4F5A9756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823" y="2237994"/>
            <a:ext cx="879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744CBC-00AB-48B4-903A-11309666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82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6B1148-793E-4EA2-B8E6-9F43A4DA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027784-892B-4FBE-A5B8-B51652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37" y="2237994"/>
            <a:ext cx="2052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F7AB84-514E-49CB-81BA-9021B4C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3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5ED514-D1D5-4BBE-B13A-B6012CF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FD0E14-E7AA-4E10-9060-20480FA8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80" y="2237994"/>
            <a:ext cx="1466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157E94-78BB-4223-A81B-21CE6A7E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8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D9DE5E-4AEF-497A-9A80-1961A4F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8C7841-0820-4A4B-A0DE-DF7DBFD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46D8E0-3E71-4B70-950D-5EFF943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65BA2B-7D3F-47A0-963E-5CEC661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1FA1C0-543B-446D-9A0B-7861DE63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877" y="2237994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86D01F-6791-476E-B31B-831050D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87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6478A1-DE73-45B3-88DB-2225F41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38DEF6-6B52-4843-8F0A-C6613228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439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4D3A0A-6B83-4D81-93BF-BDC62D7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32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1CAC1C-F227-48F6-88BD-39EA3190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A5EF9F-E051-457F-95D0-41BCD513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2199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A0C1A0-B335-422F-AC24-B088446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64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35BDAF-89C5-4871-A4F5-47D995B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E9F8F4-9574-4138-9A28-D3B4E6A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1319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EFD45F-DF10-4862-AC38-5EF8540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98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FEEE68-366D-4460-B3BD-5B965B9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F4458E-A265-4964-AF5C-130E5558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16127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A590F0-B022-46C4-80E2-2CFD6649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20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68DD59-5D4C-4102-BDD7-FE9FA5F8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B3DA55-83B9-43C9-9E30-F25F961A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733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AC9C76-352D-42C5-AAAE-C33718AE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54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F6D32F-F6DC-419F-91F1-ECAD269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C20C63-9D67-4C49-BB4D-8EAC685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3DF93A-2699-4D5D-A862-2801F420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87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D62D34-43DE-4DBB-81D3-FE663699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25DC9A-DFE9-4597-B9DA-37BF4F3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19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152AE1-705E-49FD-92F6-BD0DFCA8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42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D0DA84-5D38-4308-94C5-E1EEA9D2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69E7BF-E582-405F-86DA-D62F48E7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2237994"/>
            <a:ext cx="102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D94F94-9BA1-42A4-8CA7-C8EE55F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76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C0B2C1-FC0A-4986-9309-D4FC2B3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4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65249E-BC1B-49B9-A277-47688453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656" y="2237994"/>
            <a:ext cx="439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9BE709-9579-4FAA-BBE9-7F4712D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65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7E44EEE-E805-40DC-BDD5-25A4112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6EB1CA-5F12-4603-94CB-08F24469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447" y="2237994"/>
            <a:ext cx="102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6F4CAE-1D25-47D4-AE16-8D43E179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44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F6C418-B2C3-4B6D-8D31-AF9CDF4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4931BC-897F-4A3E-9EDE-50BD1622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15" y="2237994"/>
            <a:ext cx="1466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9E339C-23C5-4F05-B9DF-51E2FF7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EBCCDE-04AE-4AA5-850A-E7C7D4DB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0C1F5B-95AC-4CE2-BD70-66679F32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72" y="2237994"/>
            <a:ext cx="2052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1EBF83-A453-425A-9897-4AB13A8E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798593-79DA-4E88-9A1D-3F94519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611521-BFA0-4745-A633-3A30D10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1319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C41876-84F6-456D-BDA8-DAA3A3C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21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F35587-F99F-4B6A-9233-B95B2327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A8B82C-3AB9-4A68-A546-C7BFFEA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439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7CDF15-F0C1-4EF6-A83A-116BBC08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5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41091C-0C67-41B2-9A4A-B8EE20A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5BCE7A-217D-4BDB-ABDE-C152B74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668" y="2237994"/>
            <a:ext cx="733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3F8451-3290-4306-8A16-6737F92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6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A380DD-7671-4683-B78D-89E84FD8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E4B542-C692-4CF6-900A-304E804A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733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D3055C-BBDC-40D0-89F9-3954C55F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77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892DE6-9629-4176-A2CB-767BD9ED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837C94-AE5E-4A3B-991A-E76E9908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102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B77478-BC06-4DD0-B7BC-403454F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99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675A4E-6047-43D8-97EA-AA795AB5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7FED55-7248-4FC4-B43C-14FE664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19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493F67-B4BB-4DE9-836E-875E658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6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07C3A3-0912-4E71-BBD2-082A0AD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DEA5C8-55AA-4705-822C-409F0F08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2199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9728F8-0010-4A2F-AE0C-F1A5A1FF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88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3159AE-2F8A-45B3-9623-7ED1BD70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75D510-66C4-412C-9B7D-494FF3CC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7E9C61-ED27-4D17-8B2D-3C021DF4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A3FA83-5B34-49E8-B1DC-4AFCFE3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D33D88-29B9-4F45-91AF-37539B5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11" y="2237994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E41B9E-279C-4860-B918-57EB9CB6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11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BFF66A-9E68-4CEB-845C-AB180237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03148E-1CF3-4225-B3B9-8C1974A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90" y="2237994"/>
            <a:ext cx="439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8AF6D1-00E1-49C7-AF10-A4BD65C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B2189C-02B2-4184-9E12-83F8F8F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1A1A82-DB73-468A-98A9-1E765C5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722" y="2237994"/>
            <a:ext cx="16127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C0C73C-3080-4698-945E-A581440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4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699718-B6E5-4787-B288-BD287D2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82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D6A3C8-E9C1-4EB1-A0CC-76F240A7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213" y="4228719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73C92F-4FC0-4A7C-A900-65CAD32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21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594A7A-F06C-4B12-B02E-3032B01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3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46D40D-78DA-40CC-BEFD-7CEAFED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7" y="4228719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00CB84-D128-4B58-8721-BBE85F86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D92F8B-2AC9-45B1-BAFE-98BB671A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8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9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FF33BE2-121B-4FAC-9ECE-25605C0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770" y="4228719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38BA92-3583-4C97-88D6-3C6222C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77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914912-8AEE-49A6-8E9B-BB2287AA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1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1D6116-C1B2-41A1-B322-80A7A047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04" y="4228719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C3D0FF-ED86-44CC-800F-9E0B3120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0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DA8591-9ECA-4BB7-A8D3-60F2A6C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7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4049F7-9910-4B41-83C6-1C353D4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61" y="4228719"/>
            <a:ext cx="146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8C6B9F-7F89-4932-BDD1-46A45870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6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107" name="조직-n-42a0a302">
            <a:extLst xmlns:a="http://schemas.openxmlformats.org/drawingml/2006/main">
              <a:ext uri="{FF2B5EF4-FFF2-40B4-BE49-F238E27FC236}">
                <a16:creationId xmlns:a16="http://schemas.microsoft.com/office/drawing/2014/main" id="{19747264-8474-4278-A3FF-8672334D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270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47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산업자원안보실 (가)(평)</a:t>
            </a:r>
          </a:p>
        </p:txBody>
      </p:sp>
      <p:sp>
        <p:nvSpPr>
          <p:cNvPr id="108" name="조직-n-a2820e1c">
            <a:extLst xmlns:a="http://schemas.openxmlformats.org/drawingml/2006/main">
              <a:ext uri="{FF2B5EF4-FFF2-40B4-BE49-F238E27FC236}">
                <a16:creationId xmlns:a16="http://schemas.microsoft.com/office/drawing/2014/main" id="{ED31B68A-5BA1-4AA8-AE0E-CCF057D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59" y="3114675"/>
            <a:ext cx="4574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701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무역안보정책관 (나)</a:t>
            </a:r>
          </a:p>
        </p:txBody>
      </p:sp>
      <p:sp>
        <p:nvSpPr>
          <p:cNvPr id="109" name="조직-n-b6822d98">
            <a:extLst xmlns:a="http://schemas.openxmlformats.org/drawingml/2006/main">
              <a:ext uri="{FF2B5EF4-FFF2-40B4-BE49-F238E27FC236}">
                <a16:creationId xmlns:a16="http://schemas.microsoft.com/office/drawing/2014/main" id="{5F69FD2C-0C7F-4E19-984A-6D58B22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61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0" name="조직-n-e9819103">
            <a:extLst xmlns:a="http://schemas.openxmlformats.org/drawingml/2006/main">
              <a:ext uri="{FF2B5EF4-FFF2-40B4-BE49-F238E27FC236}">
                <a16:creationId xmlns:a16="http://schemas.microsoft.com/office/drawing/2014/main" id="{EA214722-8D57-4966-B847-053C0BE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02" y="3114675"/>
            <a:ext cx="4574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산업공급망정책관</a:t>
            </a:r>
          </a:p>
        </p:txBody>
      </p:sp>
      <p:sp>
        <p:nvSpPr>
          <p:cNvPr id="111" name="조직-n-458221d7">
            <a:extLst xmlns:a="http://schemas.openxmlformats.org/drawingml/2006/main">
              <a:ext uri="{FF2B5EF4-FFF2-40B4-BE49-F238E27FC236}">
                <a16:creationId xmlns:a16="http://schemas.microsoft.com/office/drawing/2014/main" id="{88F710BF-B7BD-4AAB-A826-9A93DCB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04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2" name="조직-n-c62ab6ec">
            <a:extLst xmlns:a="http://schemas.openxmlformats.org/drawingml/2006/main">
              <a:ext uri="{FF2B5EF4-FFF2-40B4-BE49-F238E27FC236}">
                <a16:creationId xmlns:a16="http://schemas.microsoft.com/office/drawing/2014/main" id="{86552175-2ABA-40B3-B63A-ACFF6DE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4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3" name="조직-n-fa0c86ca">
            <a:extLst xmlns:a="http://schemas.openxmlformats.org/drawingml/2006/main">
              <a:ext uri="{FF2B5EF4-FFF2-40B4-BE49-F238E27FC236}">
                <a16:creationId xmlns:a16="http://schemas.microsoft.com/office/drawing/2014/main" id="{1998C7C7-B648-43E9-8399-1A6FBF6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36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4" name="조직-n-2c1721e0">
            <a:extLst xmlns:a="http://schemas.openxmlformats.org/drawingml/2006/main">
              <a:ext uri="{FF2B5EF4-FFF2-40B4-BE49-F238E27FC236}">
                <a16:creationId xmlns:a16="http://schemas.microsoft.com/office/drawing/2014/main" id="{AC42267F-39FE-423F-A56C-4E16A20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590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15" name="조직-n-a340a2a7">
            <a:extLst xmlns:a="http://schemas.openxmlformats.org/drawingml/2006/main">
              <a:ext uri="{FF2B5EF4-FFF2-40B4-BE49-F238E27FC236}">
                <a16:creationId xmlns:a16="http://schemas.microsoft.com/office/drawing/2014/main" id="{D4DF717B-A201-4AC6-830E-2D6221D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6" name="조직-n-0833674e">
            <a:extLst xmlns:a="http://schemas.openxmlformats.org/drawingml/2006/main">
              <a:ext uri="{FF2B5EF4-FFF2-40B4-BE49-F238E27FC236}">
                <a16:creationId xmlns:a16="http://schemas.microsoft.com/office/drawing/2014/main" id="{D26FDDCA-E5A7-4D00-BEFE-34CD9A70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033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7" name="조직-n-d3cdd8c1">
            <a:extLst xmlns:a="http://schemas.openxmlformats.org/drawingml/2006/main">
              <a:ext uri="{FF2B5EF4-FFF2-40B4-BE49-F238E27FC236}">
                <a16:creationId xmlns:a16="http://schemas.microsoft.com/office/drawing/2014/main" id="{D9C24B26-0D28-478B-A9D9-C353B876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25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8" name="조직-n-7f3904c5">
            <a:extLst xmlns:a="http://schemas.openxmlformats.org/drawingml/2006/main">
              <a:ext uri="{FF2B5EF4-FFF2-40B4-BE49-F238E27FC236}">
                <a16:creationId xmlns:a16="http://schemas.microsoft.com/office/drawing/2014/main" id="{97AD5CE5-D943-4E84-A5B8-D13932A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7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9" name="조직-n-c0df4d38">
            <a:extLst xmlns:a="http://schemas.openxmlformats.org/drawingml/2006/main">
              <a:ext uri="{FF2B5EF4-FFF2-40B4-BE49-F238E27FC236}">
                <a16:creationId xmlns:a16="http://schemas.microsoft.com/office/drawing/2014/main" id="{DD3FDAC1-CB7C-40A7-A0E3-B884EE75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69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0" name="조직-n-9d2f9295">
            <a:extLst xmlns:a="http://schemas.openxmlformats.org/drawingml/2006/main">
              <a:ext uri="{FF2B5EF4-FFF2-40B4-BE49-F238E27FC236}">
                <a16:creationId xmlns:a16="http://schemas.microsoft.com/office/drawing/2014/main" id="{8881C183-9EE0-4F70-A9DE-A212CD7F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1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1" name="조직-n-4615fb53">
            <a:extLst xmlns:a="http://schemas.openxmlformats.org/drawingml/2006/main">
              <a:ext uri="{FF2B5EF4-FFF2-40B4-BE49-F238E27FC236}">
                <a16:creationId xmlns:a16="http://schemas.microsoft.com/office/drawing/2014/main" id="{C99AFA1A-E743-4376-B857-4D39130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14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22" name="조직-n-75a4c5cf">
            <a:extLst xmlns:a="http://schemas.openxmlformats.org/drawingml/2006/main">
              <a:ext uri="{FF2B5EF4-FFF2-40B4-BE49-F238E27FC236}">
                <a16:creationId xmlns:a16="http://schemas.microsoft.com/office/drawing/2014/main" id="{6C0364EF-644E-4F5E-A4EB-A6A05F2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362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3" name="조직-n-781afc03">
            <a:extLst xmlns:a="http://schemas.openxmlformats.org/drawingml/2006/main">
              <a:ext uri="{FF2B5EF4-FFF2-40B4-BE49-F238E27FC236}">
                <a16:creationId xmlns:a16="http://schemas.microsoft.com/office/drawing/2014/main" id="{209356F6-C4B1-40D2-A528-7E2A6B8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58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4" name="조직-n-2ad0ba08">
            <a:extLst xmlns:a="http://schemas.openxmlformats.org/drawingml/2006/main">
              <a:ext uri="{FF2B5EF4-FFF2-40B4-BE49-F238E27FC236}">
                <a16:creationId xmlns:a16="http://schemas.microsoft.com/office/drawing/2014/main" id="{35937940-E398-4F0A-9691-42C61E48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851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산업정책실 (가)(평)</a:t>
            </a:r>
          </a:p>
        </p:txBody>
      </p:sp>
      <p:sp>
        <p:nvSpPr>
          <p:cNvPr id="125" name="조직-n-8eaeb574">
            <a:extLst xmlns:a="http://schemas.openxmlformats.org/drawingml/2006/main">
              <a:ext uri="{FF2B5EF4-FFF2-40B4-BE49-F238E27FC236}">
                <a16:creationId xmlns:a16="http://schemas.microsoft.com/office/drawing/2014/main" id="{9E213C8B-89A2-4CF6-A187-484D40D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05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6" name="조직-n-fae2b450">
            <a:extLst xmlns:a="http://schemas.openxmlformats.org/drawingml/2006/main">
              <a:ext uri="{FF2B5EF4-FFF2-40B4-BE49-F238E27FC236}">
                <a16:creationId xmlns:a16="http://schemas.microsoft.com/office/drawing/2014/main" id="{65C96AD2-D1E5-40A8-BFEE-CA0556CB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225" y="3114675"/>
            <a:ext cx="4574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제조산업정책관</a:t>
            </a:r>
          </a:p>
        </p:txBody>
      </p:sp>
      <p:sp>
        <p:nvSpPr>
          <p:cNvPr id="127" name="조직-n-06e5ae66">
            <a:extLst xmlns:a="http://schemas.openxmlformats.org/drawingml/2006/main">
              <a:ext uri="{FF2B5EF4-FFF2-40B4-BE49-F238E27FC236}">
                <a16:creationId xmlns:a16="http://schemas.microsoft.com/office/drawing/2014/main" id="{166991F7-65CB-48A7-83F2-6745F6C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027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8" name="조직-n-552391f3">
            <a:extLst xmlns:a="http://schemas.openxmlformats.org/drawingml/2006/main">
              <a:ext uri="{FF2B5EF4-FFF2-40B4-BE49-F238E27FC236}">
                <a16:creationId xmlns:a16="http://schemas.microsoft.com/office/drawing/2014/main" id="{7D9E72F1-82A9-454D-9680-5B986C8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68" y="3114675"/>
            <a:ext cx="4574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701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중견기업정책관 (나)</a:t>
            </a:r>
          </a:p>
        </p:txBody>
      </p:sp>
      <p:sp>
        <p:nvSpPr>
          <p:cNvPr id="129" name="조직-n-11264ce7">
            <a:extLst xmlns:a="http://schemas.openxmlformats.org/drawingml/2006/main">
              <a:ext uri="{FF2B5EF4-FFF2-40B4-BE49-F238E27FC236}">
                <a16:creationId xmlns:a16="http://schemas.microsoft.com/office/drawing/2014/main" id="{936CAAA9-3D6E-46CF-85FD-B9486ED0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470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0" name="조직-n-bfe65ffb">
            <a:extLst xmlns:a="http://schemas.openxmlformats.org/drawingml/2006/main">
              <a:ext uri="{FF2B5EF4-FFF2-40B4-BE49-F238E27FC236}">
                <a16:creationId xmlns:a16="http://schemas.microsoft.com/office/drawing/2014/main" id="{68FE359D-2280-41BD-A148-9B35AEB9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111" y="3114675"/>
            <a:ext cx="4574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지역경제정책관</a:t>
            </a:r>
          </a:p>
        </p:txBody>
      </p:sp>
      <p:sp>
        <p:nvSpPr>
          <p:cNvPr id="131" name="조직-n-76d91456">
            <a:extLst xmlns:a="http://schemas.openxmlformats.org/drawingml/2006/main">
              <a:ext uri="{FF2B5EF4-FFF2-40B4-BE49-F238E27FC236}">
                <a16:creationId xmlns:a16="http://schemas.microsoft.com/office/drawing/2014/main" id="{B8237634-5FCD-4E5F-BA23-D28D603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913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2" name="조직-n-42ee9df4">
            <a:extLst xmlns:a="http://schemas.openxmlformats.org/drawingml/2006/main">
              <a:ext uri="{FF2B5EF4-FFF2-40B4-BE49-F238E27FC236}">
                <a16:creationId xmlns:a16="http://schemas.microsoft.com/office/drawing/2014/main" id="{252C5A03-6F83-47B8-BEAB-48FD4766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35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33" name="조직-n-eab4e48d">
            <a:extLst xmlns:a="http://schemas.openxmlformats.org/drawingml/2006/main">
              <a:ext uri="{FF2B5EF4-FFF2-40B4-BE49-F238E27FC236}">
                <a16:creationId xmlns:a16="http://schemas.microsoft.com/office/drawing/2014/main" id="{F8442975-B66A-463E-88BC-F59F6A9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57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4" name="조직-n-12adf240">
            <a:extLst xmlns:a="http://schemas.openxmlformats.org/drawingml/2006/main">
              <a:ext uri="{FF2B5EF4-FFF2-40B4-BE49-F238E27FC236}">
                <a16:creationId xmlns:a16="http://schemas.microsoft.com/office/drawing/2014/main" id="{4E402BDA-C7A1-4A62-99A1-9AFC48FF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9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5" name="조직-n-0c2f23f3">
            <a:extLst xmlns:a="http://schemas.openxmlformats.org/drawingml/2006/main">
              <a:ext uri="{FF2B5EF4-FFF2-40B4-BE49-F238E27FC236}">
                <a16:creationId xmlns:a16="http://schemas.microsoft.com/office/drawing/2014/main" id="{4C7E7198-8C63-4B87-A3AA-406F7C03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020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6" name="조직-n-ab486294">
            <a:extLst xmlns:a="http://schemas.openxmlformats.org/drawingml/2006/main">
              <a:ext uri="{FF2B5EF4-FFF2-40B4-BE49-F238E27FC236}">
                <a16:creationId xmlns:a16="http://schemas.microsoft.com/office/drawing/2014/main" id="{D8798010-A5F0-4C2E-B78D-9A3C7B1E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242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7" name="조직-n-12a33492">
            <a:extLst xmlns:a="http://schemas.openxmlformats.org/drawingml/2006/main">
              <a:ext uri="{FF2B5EF4-FFF2-40B4-BE49-F238E27FC236}">
                <a16:creationId xmlns:a16="http://schemas.microsoft.com/office/drawing/2014/main" id="{77BF5E28-F08E-4E4D-9AB6-E72C1A9B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463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8" name="조직-n-0fd826ff">
            <a:extLst xmlns:a="http://schemas.openxmlformats.org/drawingml/2006/main">
              <a:ext uri="{FF2B5EF4-FFF2-40B4-BE49-F238E27FC236}">
                <a16:creationId xmlns:a16="http://schemas.microsoft.com/office/drawing/2014/main" id="{621175F3-AC18-43CD-838F-7093828B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685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9" name="조직-n-c495797a">
            <a:extLst xmlns:a="http://schemas.openxmlformats.org/drawingml/2006/main">
              <a:ext uri="{FF2B5EF4-FFF2-40B4-BE49-F238E27FC236}">
                <a16:creationId xmlns:a16="http://schemas.microsoft.com/office/drawing/2014/main" id="{63FEABF9-75B8-4F95-9468-AF4C1B8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90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40" name="조직-n-19276281">
            <a:extLst xmlns:a="http://schemas.openxmlformats.org/drawingml/2006/main">
              <a:ext uri="{FF2B5EF4-FFF2-40B4-BE49-F238E27FC236}">
                <a16:creationId xmlns:a16="http://schemas.microsoft.com/office/drawing/2014/main" id="{E08D44AA-4F5B-490B-964A-86F7D24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12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41" name="조직-n-e96d0fe8">
            <a:extLst xmlns:a="http://schemas.openxmlformats.org/drawingml/2006/main">
              <a:ext uri="{FF2B5EF4-FFF2-40B4-BE49-F238E27FC236}">
                <a16:creationId xmlns:a16="http://schemas.microsoft.com/office/drawing/2014/main" id="{E5FB280E-C28B-4B04-A2C2-60F0E01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34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42" name="조직-n-42b93db1">
            <a:extLst xmlns:a="http://schemas.openxmlformats.org/drawingml/2006/main">
              <a:ext uri="{FF2B5EF4-FFF2-40B4-BE49-F238E27FC236}">
                <a16:creationId xmlns:a16="http://schemas.microsoft.com/office/drawing/2014/main" id="{70FDDA72-BCF5-4B31-976C-267B257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57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F95CCC-A46D-42E6-AB5F-12968E1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B59F0939-1C1B-4314-A852-F82089BF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24829F-E1B3-4EC9-AFF2-C31FC386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4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0FE38B58-5639-4850-9AFB-C20F0AE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B5E649-93C8-4CB6-85F9-4896F0DE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148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8F156196-49E8-4375-93A6-F5C2427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149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3846E7CC-CF17-4014-9F65-8C41AB71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45DA88A-9020-4455-8350-6AFCA675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51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EC641393-2244-47E0-B30B-C3C0D0ED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52" name="쪽번호">
            <a:extLst xmlns:a="http://schemas.openxmlformats.org/drawingml/2006/main">
              <a:ext uri="{FF2B5EF4-FFF2-40B4-BE49-F238E27FC236}">
                <a16:creationId xmlns:a16="http://schemas.microsoft.com/office/drawing/2014/main" id="{35222943-9062-460C-9FC9-33ED4A66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956665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기관명">
            <a:extLst xmlns:a="http://schemas.openxmlformats.org/drawingml/2006/main">
              <a:ext uri="{FF2B5EF4-FFF2-40B4-BE49-F238E27FC236}">
                <a16:creationId xmlns:a16="http://schemas.microsoft.com/office/drawing/2014/main" id="{8FC59184-2247-4320-AE4E-878CCB47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E8B6A5A-9EE1-43A0-A7B9-B2C78CE8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E2368E13-B08B-4D64-9534-ED402EF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D2A33A-9B03-425E-94EA-A5EB0266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BCA760-CE0C-447E-800C-CD9B5688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7D0742-793C-4B66-BC53-75E6B5B3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919478"/>
            <a:ext cx="21089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D8630E-CCF7-4F2B-9928-329EB6D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398B56-ECD5-4630-8443-DA73398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832E0F-252B-4BEA-A4E4-4CAD7B17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1919478"/>
            <a:ext cx="28758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E35A6F-D63C-4816-96DD-CCC11FDF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19194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6E9990-C889-42C0-96E9-A80AC716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84A4D1-06AA-4800-AF76-3809E13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1917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5BF8CA-EFBC-4FE6-A2FE-BAE211F9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7C7816-8226-4DE4-97C9-45008C1E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CFEB0E-9376-4CA5-80AE-A6349311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3246628"/>
            <a:ext cx="230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67920A-190F-4160-97F7-DFFE5AED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AE6330-8DC3-4863-9BE8-01A558C1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5FDFAD-6A96-4BA1-ACDC-CE33FD5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26841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F9C010-AD88-4997-8E47-4BDFFEC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9BA842-5A35-4280-8D87-D2C6BEC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6F50E4-0871-4878-B7F2-E577D5D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1917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9EE396-01AE-43C2-A3E9-64F3DB4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95075A-F46F-4536-8F18-09AE05C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CEBE2C-05B4-45C7-B29A-4702E71E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CF7311-C242-47F8-BFEE-BBD4C7DA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8AFC91-5414-4E04-82CE-19BBAAF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8C3E43-B963-4671-8B4B-6C4B9CE1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26841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0B58A3-E650-4FF7-A023-580F4C4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76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FCC16D-C835-4276-97C0-BD90436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B8CD7A-880D-4FBA-BE01-0BFA2A35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23006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BC774F-CA27-442F-8FE0-6992572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BB2863-3734-4F4A-9F7A-BD2F526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AAA307-35E7-4242-8790-11FA2690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A7B765-D0B4-4ABA-8329-B5C9115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853E46-EF6A-430F-AF6D-3BF48AB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111186-7943-4B43-B6B7-E4D6245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03B3B2-1B63-45E9-B68B-9F6BF82D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CD58AE-6336-4AF5-8543-4D3B119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E03B09-7A42-4697-8D96-9E1E05C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98E3D7-B98F-42CA-87E8-A55C819B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5B3184-4B71-4D6B-A7F5-B2B8D661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D649C7-AB1E-445E-81A0-A021D72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C1BC20-FAF0-4DC4-AFCB-36ED9F89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13CB50-FBBD-4323-AF50-FFF76CCC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44BEC6-16A4-407A-881F-F1B7739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1E3F54-8058-4961-8028-C51223B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5FAA58-0C31-440C-B0BF-6C7829C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AB1A4E-9AB6-4A94-A1C3-A850093D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5F682F-1977-4C8D-8ECE-0F90987E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03FF1A-88B2-41FB-87FA-95E82C50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4C742D-360F-4E22-90BA-72C86A2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C8F1D6-1911-4D23-B51C-9BD54003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0F270D-A6A8-4A86-A7A3-4CA6E87F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80F15A-DAEB-404E-AC9C-1D45ED7C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7222A9-CD06-430B-AACB-C977C84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AE0E8D-4C45-4858-BD87-5D644A36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3246628"/>
            <a:ext cx="1917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F69649-125D-4707-B4DC-44D8590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0B547F-14EA-4102-A608-E4223A9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411388-FD76-42C0-A7B0-B3F4E69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1" y="3246628"/>
            <a:ext cx="9586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8EF837-7116-41B9-8D0F-82CD6C2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1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28A9B8-8C90-4420-AE89-9770C94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B2252C-6EA4-4709-9ED5-553CF144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3246628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308BD7-20CD-4C9A-A45C-EA284914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7BF02D-D112-4D23-B088-3C59272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B46BB6-AE78-4286-8B85-1040DD95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4A1680-A36E-4972-B363-ECA956F5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E1D4C1-E609-4398-BE83-DB7D3698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68288A-0FAF-4832-B201-411BDE11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E85A8B-E119-4FB2-B2B6-705F5AC3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1AC872-E918-4323-B785-256236AE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9AA95A-5337-45C7-8382-6D7C7C5C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DD677C-AB0E-4FC2-89E0-3159957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F66F5A-25D4-40D6-846E-3E86442C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93F2C9-281B-44C0-8303-FFFE7F90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7DB9CE-9C89-4003-A25C-30D6DB7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8F239D-2E2F-4CAF-A4E6-5782D47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1917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3F4705-566C-46C7-9E9F-6FD50DB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A9E4C1-9D3E-429B-AF3A-735AA127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BEEA5C-82AE-4B8D-A621-01F894D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71EF4A-F0CD-40FB-8A48-DCE89F4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DA3620-3D8B-4C02-A051-68B4D27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275590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6FBEB3-DD61-4F83-A9C2-F3DDC39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3246628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3F3519-3E90-4998-8040-4438EB9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324662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CCBC8B-3B68-44B7-8826-1FBB37B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1" y="4083050"/>
            <a:ext cx="0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BEAE9D-F008-4DDB-AA30-7BC4D6D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4262B1-3574-465C-8130-C196276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4573778"/>
            <a:ext cx="0" cy="531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4F7EA8"/>
            </a:solidFill>
            <a:prstDash val="dash"/>
          </a:ln>
        </p:spPr>
      </p:sp>
      <p:sp>
        <p:nvSpPr>
          <p:cNvPr id="87" name="조직-n-97fa6614">
            <a:extLst xmlns:a="http://schemas.openxmlformats.org/drawingml/2006/main">
              <a:ext uri="{FF2B5EF4-FFF2-40B4-BE49-F238E27FC236}">
                <a16:creationId xmlns:a16="http://schemas.microsoft.com/office/drawing/2014/main" id="{21B0788B-B945-40B3-9908-C35485E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171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통상교섭본부</a:t>
            </a:r>
          </a:p>
        </p:txBody>
      </p:sp>
      <p:sp>
        <p:nvSpPr>
          <p:cNvPr id="88" name="조직-n-1a2c44a6">
            <a:extLst xmlns:a="http://schemas.openxmlformats.org/drawingml/2006/main">
              <a:ext uri="{FF2B5EF4-FFF2-40B4-BE49-F238E27FC236}">
                <a16:creationId xmlns:a16="http://schemas.microsoft.com/office/drawing/2014/main" id="{AC81FE13-FE17-4984-88A8-42F780E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52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무역투자실 (가)</a:t>
            </a:r>
          </a:p>
        </p:txBody>
      </p:sp>
      <p:sp>
        <p:nvSpPr>
          <p:cNvPr id="89" name="조직-n-1c78df48">
            <a:extLst xmlns:a="http://schemas.openxmlformats.org/drawingml/2006/main">
              <a:ext uri="{FF2B5EF4-FFF2-40B4-BE49-F238E27FC236}">
                <a16:creationId xmlns:a16="http://schemas.microsoft.com/office/drawing/2014/main" id="{20C8F7D2-49A0-4F14-86F9-8C142E1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67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90" name="조직-n-877c006f">
            <a:extLst xmlns:a="http://schemas.openxmlformats.org/drawingml/2006/main">
              <a:ext uri="{FF2B5EF4-FFF2-40B4-BE49-F238E27FC236}">
                <a16:creationId xmlns:a16="http://schemas.microsoft.com/office/drawing/2014/main" id="{D9A11EA8-6292-4735-8BF0-8FA3B52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1" name="조직-n-be82ada1">
            <a:extLst xmlns:a="http://schemas.openxmlformats.org/drawingml/2006/main">
              <a:ext uri="{FF2B5EF4-FFF2-40B4-BE49-F238E27FC236}">
                <a16:creationId xmlns:a16="http://schemas.microsoft.com/office/drawing/2014/main" id="{66FD2F83-5F29-4C27-98CE-9F5E589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95" y="37782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96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투자정책관</a:t>
            </a:r>
          </a:p>
        </p:txBody>
      </p:sp>
      <p:sp>
        <p:nvSpPr>
          <p:cNvPr id="92" name="조직-n-ca845385">
            <a:extLst xmlns:a="http://schemas.openxmlformats.org/drawingml/2006/main">
              <a:ext uri="{FF2B5EF4-FFF2-40B4-BE49-F238E27FC236}">
                <a16:creationId xmlns:a16="http://schemas.microsoft.com/office/drawing/2014/main" id="{7B13BD8B-A08F-45CD-A864-E2E0831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3" name="조직-n-e87a206c">
            <a:extLst xmlns:a="http://schemas.openxmlformats.org/drawingml/2006/main">
              <a:ext uri="{FF2B5EF4-FFF2-40B4-BE49-F238E27FC236}">
                <a16:creationId xmlns:a16="http://schemas.microsoft.com/office/drawing/2014/main" id="{5750B1CB-81BE-40C9-8F8A-2D8674E5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4" name="조직-n-5d1dab13">
            <a:extLst xmlns:a="http://schemas.openxmlformats.org/drawingml/2006/main">
              <a:ext uri="{FF2B5EF4-FFF2-40B4-BE49-F238E27FC236}">
                <a16:creationId xmlns:a16="http://schemas.microsoft.com/office/drawing/2014/main" id="{6657B0CB-518D-4397-BCC6-AABCA09B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5" name="조직-n-d70580f0">
            <a:extLst xmlns:a="http://schemas.openxmlformats.org/drawingml/2006/main">
              <a:ext uri="{FF2B5EF4-FFF2-40B4-BE49-F238E27FC236}">
                <a16:creationId xmlns:a16="http://schemas.microsoft.com/office/drawing/2014/main" id="{77ADE43E-1249-456A-83EA-CFEE5A2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6" name="조직-n-b02f766a">
            <a:extLst xmlns:a="http://schemas.openxmlformats.org/drawingml/2006/main">
              <a:ext uri="{FF2B5EF4-FFF2-40B4-BE49-F238E27FC236}">
                <a16:creationId xmlns:a16="http://schemas.microsoft.com/office/drawing/2014/main" id="{736494B5-D61F-4B51-B5DA-CDDB2519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7" name="조직-n-71648555">
            <a:extLst xmlns:a="http://schemas.openxmlformats.org/drawingml/2006/main">
              <a:ext uri="{FF2B5EF4-FFF2-40B4-BE49-F238E27FC236}">
                <a16:creationId xmlns:a16="http://schemas.microsoft.com/office/drawing/2014/main" id="{3114E91D-53B3-45FA-8BA7-0FB19039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8" name="조직-n-0236fd77">
            <a:extLst xmlns:a="http://schemas.openxmlformats.org/drawingml/2006/main">
              <a:ext uri="{FF2B5EF4-FFF2-40B4-BE49-F238E27FC236}">
                <a16:creationId xmlns:a16="http://schemas.microsoft.com/office/drawing/2014/main" id="{99B2C9CD-ED53-4C08-B230-FE21FAB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9" name="조직-n-b5770a7b">
            <a:extLst xmlns:a="http://schemas.openxmlformats.org/drawingml/2006/main">
              <a:ext uri="{FF2B5EF4-FFF2-40B4-BE49-F238E27FC236}">
                <a16:creationId xmlns:a16="http://schemas.microsoft.com/office/drawing/2014/main" id="{6A6DBB5D-24D8-4692-9251-6EAECC2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0" name="조직-n-d32336b8">
            <a:extLst xmlns:a="http://schemas.openxmlformats.org/drawingml/2006/main">
              <a:ext uri="{FF2B5EF4-FFF2-40B4-BE49-F238E27FC236}">
                <a16:creationId xmlns:a16="http://schemas.microsoft.com/office/drawing/2014/main" id="{1FD04E18-6802-4206-A342-A80C016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18" y="24511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통상교섭실 (가)</a:t>
            </a:r>
          </a:p>
        </p:txBody>
      </p:sp>
      <p:sp>
        <p:nvSpPr>
          <p:cNvPr id="101" name="조직-n-b248161a">
            <a:extLst xmlns:a="http://schemas.openxmlformats.org/drawingml/2006/main">
              <a:ext uri="{FF2B5EF4-FFF2-40B4-BE49-F238E27FC236}">
                <a16:creationId xmlns:a16="http://schemas.microsoft.com/office/drawing/2014/main" id="{47E5D283-0CF3-44C3-8DF6-4B49DBD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2" name="조직-n-6f959256">
            <a:extLst xmlns:a="http://schemas.openxmlformats.org/drawingml/2006/main">
              <a:ext uri="{FF2B5EF4-FFF2-40B4-BE49-F238E27FC236}">
                <a16:creationId xmlns:a16="http://schemas.microsoft.com/office/drawing/2014/main" id="{4F65631D-3262-4D57-93B7-BC15451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3" name="조직-n-258bcee9">
            <a:extLst xmlns:a="http://schemas.openxmlformats.org/drawingml/2006/main">
              <a:ext uri="{FF2B5EF4-FFF2-40B4-BE49-F238E27FC236}">
                <a16:creationId xmlns:a16="http://schemas.microsoft.com/office/drawing/2014/main" id="{D48ADD23-BCA0-4F4F-9FF9-90DA682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4" name="조직-n-57f8cf93">
            <a:extLst xmlns:a="http://schemas.openxmlformats.org/drawingml/2006/main">
              <a:ext uri="{FF2B5EF4-FFF2-40B4-BE49-F238E27FC236}">
                <a16:creationId xmlns:a16="http://schemas.microsoft.com/office/drawing/2014/main" id="{5F88239D-8647-43BE-8F06-44133B9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5" name="조직-n-7c28a77a">
            <a:extLst xmlns:a="http://schemas.openxmlformats.org/drawingml/2006/main">
              <a:ext uri="{FF2B5EF4-FFF2-40B4-BE49-F238E27FC236}">
                <a16:creationId xmlns:a16="http://schemas.microsoft.com/office/drawing/2014/main" id="{7D11B75C-26A5-4C4B-93F5-69241DA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6" name="조직-n-4947da60">
            <a:extLst xmlns:a="http://schemas.openxmlformats.org/drawingml/2006/main">
              <a:ext uri="{FF2B5EF4-FFF2-40B4-BE49-F238E27FC236}">
                <a16:creationId xmlns:a16="http://schemas.microsoft.com/office/drawing/2014/main" id="{5DC82FF0-A6B3-4775-B1A8-8F7917A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7" name="조직-n-c6bec3c7">
            <a:extLst xmlns:a="http://schemas.openxmlformats.org/drawingml/2006/main">
              <a:ext uri="{FF2B5EF4-FFF2-40B4-BE49-F238E27FC236}">
                <a16:creationId xmlns:a16="http://schemas.microsoft.com/office/drawing/2014/main" id="{45C2E6B7-4597-4A55-9068-77B59594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8" name="조직-n-bb07b129">
            <a:extLst xmlns:a="http://schemas.openxmlformats.org/drawingml/2006/main">
              <a:ext uri="{FF2B5EF4-FFF2-40B4-BE49-F238E27FC236}">
                <a16:creationId xmlns:a16="http://schemas.microsoft.com/office/drawing/2014/main" id="{876C047B-2ED8-43B8-94FB-449CFC1A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9" name="조직-n-e2d5ae0e">
            <a:extLst xmlns:a="http://schemas.openxmlformats.org/drawingml/2006/main">
              <a:ext uri="{FF2B5EF4-FFF2-40B4-BE49-F238E27FC236}">
                <a16:creationId xmlns:a16="http://schemas.microsoft.com/office/drawing/2014/main" id="{E67DDB86-A77E-48DA-9D90-2D7AF978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0" name="조직-n-8548f254">
            <a:extLst xmlns:a="http://schemas.openxmlformats.org/drawingml/2006/main">
              <a:ext uri="{FF2B5EF4-FFF2-40B4-BE49-F238E27FC236}">
                <a16:creationId xmlns:a16="http://schemas.microsoft.com/office/drawing/2014/main" id="{8C811ED2-088A-4BBE-A18C-6462DE5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1" name="조직-n-09c60e65">
            <a:extLst xmlns:a="http://schemas.openxmlformats.org/drawingml/2006/main">
              <a:ext uri="{FF2B5EF4-FFF2-40B4-BE49-F238E27FC236}">
                <a16:creationId xmlns:a16="http://schemas.microsoft.com/office/drawing/2014/main" id="{F246EEA9-AE4D-4CC7-A3D4-B146E04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2" name="조직-n-f9d43c92">
            <a:extLst xmlns:a="http://schemas.openxmlformats.org/drawingml/2006/main">
              <a:ext uri="{FF2B5EF4-FFF2-40B4-BE49-F238E27FC236}">
                <a16:creationId xmlns:a16="http://schemas.microsoft.com/office/drawing/2014/main" id="{993D1A5B-051A-4FC6-AC3A-7011BB9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224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3" name="조직-n-aff35d00">
            <a:extLst xmlns:a="http://schemas.openxmlformats.org/drawingml/2006/main">
              <a:ext uri="{FF2B5EF4-FFF2-40B4-BE49-F238E27FC236}">
                <a16:creationId xmlns:a16="http://schemas.microsoft.com/office/drawing/2014/main" id="{BAC03EA6-7A5A-446D-998D-21ECADA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68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4" name="조직-n-bf81bc3a">
            <a:extLst xmlns:a="http://schemas.openxmlformats.org/drawingml/2006/main">
              <a:ext uri="{FF2B5EF4-FFF2-40B4-BE49-F238E27FC236}">
                <a16:creationId xmlns:a16="http://schemas.microsoft.com/office/drawing/2014/main" id="{686B1E47-F5DA-4946-BE2E-90A92EC0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111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5" name="조직-n-52bb0a3a">
            <a:extLst xmlns:a="http://schemas.openxmlformats.org/drawingml/2006/main">
              <a:ext uri="{FF2B5EF4-FFF2-40B4-BE49-F238E27FC236}">
                <a16:creationId xmlns:a16="http://schemas.microsoft.com/office/drawing/2014/main" id="{1CB19A4F-7065-40BF-8FBE-1E8C6A6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555" y="377825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F5677C-9746-498C-8E3B-82D5557F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FADF0DDA-A6BD-4D2D-B743-090A85BF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CCA314-6283-42C6-B80D-254DC70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F3780CE0-DC25-446C-AC21-C5A7DDE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B2710A-3C3C-41A2-BB3B-5E3E8F0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121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BCF00708-8F4E-41A1-85E1-F20CB998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122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3590BF2-98E4-499A-9611-AD274AE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BE131631-0236-4279-A373-5A620563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24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5FF8FF9B-2463-4611-947D-34BF3D4F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25" name="쪽번호">
            <a:extLst xmlns:a="http://schemas.openxmlformats.org/drawingml/2006/main">
              <a:ext uri="{FF2B5EF4-FFF2-40B4-BE49-F238E27FC236}">
                <a16:creationId xmlns:a16="http://schemas.microsoft.com/office/drawing/2014/main" id="{8D33D293-FF13-47CE-9324-D9CA4FB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365945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기관명">
            <a:extLst xmlns:a="http://schemas.openxmlformats.org/drawingml/2006/main">
              <a:ext uri="{FF2B5EF4-FFF2-40B4-BE49-F238E27FC236}">
                <a16:creationId xmlns:a16="http://schemas.microsoft.com/office/drawing/2014/main" id="{839F81EA-21FC-46F5-B508-A3C1B59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5DCE05D-1E05-4FE7-8041-2C505414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6018AB1F-1140-4F4E-B15A-9F7CE78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C69D74-E9FF-449B-B018-5DAE9633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733F85-3E9E-4E09-B08A-CCFBB7A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301A33-C4BC-4D3D-B4D6-64D2E4D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2237994"/>
            <a:ext cx="13846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52FBC8-6BAA-4A49-B993-19BDE4C0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3F6367-0EB8-4481-A1A3-71D9A1DD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BC8FB0-D580-47CB-B408-19D65A3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3846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0DE7FA-D966-4367-A6B6-7EFD7C3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AE1184-01BA-4138-BD60-08649B9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6313FA-9C24-464C-8EFC-4B6FD757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2237994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223ACE-DA99-44FD-845D-D02D5BF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9276D8-3FC2-4C78-B0B3-AAF0EDBE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63F31C-F76D-4820-B22B-3EC31C9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22154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63B473-EED3-4DBB-A086-4925BDE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78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5F7DA4-0B5A-4D00-A150-5957431E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61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D60C5D-B0D3-4B5F-AE84-4DE41B1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CCD894B-A7DA-4FDD-814D-E60E086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5969D2-C5E2-46B1-8AA5-1574BE3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61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3EB863-341C-4CFC-9946-108B50C5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619" y="2237994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E7DCC7-6075-4EC2-94CE-CB48F280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55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98DCA8-EA8F-4E31-9053-56D6C83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9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529F09-1BB6-4715-A3FD-A190CF93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62" y="2237994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073AF7-DDA7-42C4-9026-EA08577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BD5DC4-0054-487B-A00B-6E57590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155983-6612-47CD-B401-96151C2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1" y="4228719"/>
            <a:ext cx="22154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E037FD-6DFD-463D-974C-4F239A9F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2B6D09-EBBD-43AB-AB5E-02EFB6C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71D98D-C127-4456-A99B-6349E14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85F6CB-8C92-41B0-A0C4-5BA79FE7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3EF14E-8545-4D3E-90BD-E8050FD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9F8E84-A8D6-46C5-A32C-FC14F721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836DC6-6D17-402F-B361-4B0E432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00E1C1-60D6-45BA-9849-E17D2326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4228719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C72B77-FE21-4634-B00A-CE445F5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2AB8CA-52F1-457D-A80E-42BA85CF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8A54D8C-6B15-4E86-90F9-005FEEBC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FDD4D1-C638-4AED-A369-21456D09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1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D0DF72-03A6-449C-A097-2F105358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00096B-6BFE-4B81-80F8-9BB4818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0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DF5934-AB56-461A-B09F-F08A2BB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3D5544-B183-4E73-90EF-BC27DE9E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ABA5D2-300F-453A-9C13-FEE2D9E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07" y="4228719"/>
            <a:ext cx="11077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8C16B1-509A-4542-9F98-3615982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521552-30DC-4D50-A89A-DABCBCDB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607A69-2716-481A-8EF9-4ED6EAE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11077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259EAE-7EC8-4283-A77F-1D5B309C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0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5060B5-A39C-44ED-892C-C0D4E17F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64ACD8-4D29-43EB-B935-75CB5899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4228719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BEFE6B-07A1-4105-9374-F790B59F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607A15-1DCD-4961-B66B-7C44F9C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F1AA78-D631-4191-A13F-A4F71F0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C07914-4496-4A3B-A217-FB2452EE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B85D09-0DF2-412D-9E86-E0BF8E82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9E4A75-1D13-45EE-B342-001BBFF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373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9634B2-29D9-4DAB-9F96-880701B9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37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71EDD6-FF2A-4A4C-8BC5-F55C13B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FC31FE-3C25-4C16-A397-F911711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589CED-62B1-4538-A0C8-843AB3E4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23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-n-97fa6614">
            <a:extLst xmlns:a="http://schemas.openxmlformats.org/drawingml/2006/main">
              <a:ext uri="{FF2B5EF4-FFF2-40B4-BE49-F238E27FC236}">
                <a16:creationId xmlns:a16="http://schemas.microsoft.com/office/drawing/2014/main" id="{CBCA9A21-3FC3-41F0-993A-3EF805B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445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통상교섭본부</a:t>
            </a:r>
          </a:p>
        </p:txBody>
      </p:sp>
      <p:sp>
        <p:nvSpPr>
          <p:cNvPr id="62" name="조직-n-56613d98">
            <a:extLst xmlns:a="http://schemas.openxmlformats.org/drawingml/2006/main">
              <a:ext uri="{FF2B5EF4-FFF2-40B4-BE49-F238E27FC236}">
                <a16:creationId xmlns:a16="http://schemas.microsoft.com/office/drawing/2014/main" id="{1DD50611-1FF2-4C82-9789-8099A8D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95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통상정책국 (나)(평)</a:t>
            </a:r>
          </a:p>
        </p:txBody>
      </p:sp>
      <p:sp>
        <p:nvSpPr>
          <p:cNvPr id="63" name="조직-n-e29b5e6e">
            <a:extLst xmlns:a="http://schemas.openxmlformats.org/drawingml/2006/main">
              <a:ext uri="{FF2B5EF4-FFF2-40B4-BE49-F238E27FC236}">
                <a16:creationId xmlns:a16="http://schemas.microsoft.com/office/drawing/2014/main" id="{9B10654F-74C9-48FA-B3A4-8A040E69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4" name="조직-n-4abac7dd">
            <a:extLst xmlns:a="http://schemas.openxmlformats.org/drawingml/2006/main">
              <a:ext uri="{FF2B5EF4-FFF2-40B4-BE49-F238E27FC236}">
                <a16:creationId xmlns:a16="http://schemas.microsoft.com/office/drawing/2014/main" id="{E49DF311-73FE-43C9-ACEC-6A725EA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4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5" name="조직-n-d48bfdaa">
            <a:extLst xmlns:a="http://schemas.openxmlformats.org/drawingml/2006/main">
              <a:ext uri="{FF2B5EF4-FFF2-40B4-BE49-F238E27FC236}">
                <a16:creationId xmlns:a16="http://schemas.microsoft.com/office/drawing/2014/main" id="{27DAB772-8D3B-48FB-8378-EA6F22C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20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6" name="조직-n-dbb422c0">
            <a:extLst xmlns:a="http://schemas.openxmlformats.org/drawingml/2006/main">
              <a:ext uri="{FF2B5EF4-FFF2-40B4-BE49-F238E27FC236}">
                <a16:creationId xmlns:a16="http://schemas.microsoft.com/office/drawing/2014/main" id="{8889625E-1D78-4054-AB89-AE1D3EF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07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7" name="조직-n-757eaf21">
            <a:extLst xmlns:a="http://schemas.openxmlformats.org/drawingml/2006/main">
              <a:ext uri="{FF2B5EF4-FFF2-40B4-BE49-F238E27FC236}">
                <a16:creationId xmlns:a16="http://schemas.microsoft.com/office/drawing/2014/main" id="{1B387C9C-796D-44DF-9CE5-DB92A84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8" name="조직-n-e428d0d2">
            <a:extLst xmlns:a="http://schemas.openxmlformats.org/drawingml/2006/main">
              <a:ext uri="{FF2B5EF4-FFF2-40B4-BE49-F238E27FC236}">
                <a16:creationId xmlns:a16="http://schemas.microsoft.com/office/drawing/2014/main" id="{537579E3-6667-438D-B54E-2CA5116B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79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69" name="조직-n-55e2949d">
            <a:extLst xmlns:a="http://schemas.openxmlformats.org/drawingml/2006/main">
              <a:ext uri="{FF2B5EF4-FFF2-40B4-BE49-F238E27FC236}">
                <a16:creationId xmlns:a16="http://schemas.microsoft.com/office/drawing/2014/main" id="{E0DF6EAD-3B4E-4206-A19E-49203EB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6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0" name="조직-n-252769e8">
            <a:extLst xmlns:a="http://schemas.openxmlformats.org/drawingml/2006/main">
              <a:ext uri="{FF2B5EF4-FFF2-40B4-BE49-F238E27FC236}">
                <a16:creationId xmlns:a16="http://schemas.microsoft.com/office/drawing/2014/main" id="{50E23BA5-9558-447F-9E47-C52B3F7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52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1" name="조직-n-8f452c53">
            <a:extLst xmlns:a="http://schemas.openxmlformats.org/drawingml/2006/main">
              <a:ext uri="{FF2B5EF4-FFF2-40B4-BE49-F238E27FC236}">
                <a16:creationId xmlns:a16="http://schemas.microsoft.com/office/drawing/2014/main" id="{90199D40-2461-43B6-8D8F-23352DB3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38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763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2" name="조직-n-4522cc35">
            <a:extLst xmlns:a="http://schemas.openxmlformats.org/drawingml/2006/main">
              <a:ext uri="{FF2B5EF4-FFF2-40B4-BE49-F238E27FC236}">
                <a16:creationId xmlns:a16="http://schemas.microsoft.com/office/drawing/2014/main" id="{FE94C10F-31B0-4AD7-8190-5B0E959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247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3" name="조직-n-0dc8ccac">
            <a:extLst xmlns:a="http://schemas.openxmlformats.org/drawingml/2006/main">
              <a:ext uri="{FF2B5EF4-FFF2-40B4-BE49-F238E27FC236}">
                <a16:creationId xmlns:a16="http://schemas.microsoft.com/office/drawing/2014/main" id="{3212B35D-FBDD-4089-A7E9-4D713A5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67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통상협력국 (나)</a:t>
            </a:r>
          </a:p>
        </p:txBody>
      </p:sp>
      <p:sp>
        <p:nvSpPr>
          <p:cNvPr id="74" name="조직-n-9627dd71">
            <a:extLst xmlns:a="http://schemas.openxmlformats.org/drawingml/2006/main">
              <a:ext uri="{FF2B5EF4-FFF2-40B4-BE49-F238E27FC236}">
                <a16:creationId xmlns:a16="http://schemas.microsoft.com/office/drawing/2014/main" id="{357DEC74-1B7C-474B-BCFC-6C10410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11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5" name="조직-n-695cab25">
            <a:extLst xmlns:a="http://schemas.openxmlformats.org/drawingml/2006/main">
              <a:ext uri="{FF2B5EF4-FFF2-40B4-BE49-F238E27FC236}">
                <a16:creationId xmlns:a16="http://schemas.microsoft.com/office/drawing/2014/main" id="{F2664566-EBF8-4107-9108-B780FAB3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7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6" name="조직-n-b6a003ab">
            <a:extLst xmlns:a="http://schemas.openxmlformats.org/drawingml/2006/main">
              <a:ext uri="{FF2B5EF4-FFF2-40B4-BE49-F238E27FC236}">
                <a16:creationId xmlns:a16="http://schemas.microsoft.com/office/drawing/2014/main" id="{0D78B748-8499-4E51-BA5E-D0307D3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3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7" name="조직-n-c2355ebc">
            <a:extLst xmlns:a="http://schemas.openxmlformats.org/drawingml/2006/main">
              <a:ext uri="{FF2B5EF4-FFF2-40B4-BE49-F238E27FC236}">
                <a16:creationId xmlns:a16="http://schemas.microsoft.com/office/drawing/2014/main" id="{CBBDB0F6-C98A-4F53-B1F1-9BC2DA50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8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62B441EB-111B-44BF-AF37-3C38FCE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880" y="112395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79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8322DEE5-058D-4F35-9E8E-3540A850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6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0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1A04896D-0D95-4F15-8184-FA51422B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606" y="112395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(가)</a:t>
            </a:r>
          </a:p>
        </p:txBody>
      </p:sp>
      <p:sp>
        <p:nvSpPr>
          <p:cNvPr id="81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9556D5B9-9649-429E-A7CE-42EE99BB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287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2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83D64D62-70E8-4E9A-A978-A63D06C9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15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468387-FC19-43E8-8040-3A9819C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8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10C95A75-F0B2-429A-B01F-F3B5403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0D2205-204A-4F8C-A641-B69BB55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8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4DA5E14-BCDF-414E-9F23-A0E3627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D7694F-FE3E-4C69-ABB2-A068C715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88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A1A6495B-B28A-41B2-B13E-5C5CB2AD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89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18DB9813-0FE9-4BDB-A21F-25FF56E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506E089E-8755-4C42-8897-1E1FCE50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1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2124462F-41F2-4BA6-8879-86CDF3BD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92" name="쪽번호">
            <a:extLst xmlns:a="http://schemas.openxmlformats.org/drawingml/2006/main">
              <a:ext uri="{FF2B5EF4-FFF2-40B4-BE49-F238E27FC236}">
                <a16:creationId xmlns:a16="http://schemas.microsoft.com/office/drawing/2014/main" id="{6437A932-EBF5-4553-B9B4-E0C86A8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103393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기관명">
            <a:extLst xmlns:a="http://schemas.openxmlformats.org/drawingml/2006/main">
              <a:ext uri="{FF2B5EF4-FFF2-40B4-BE49-F238E27FC236}">
                <a16:creationId xmlns:a16="http://schemas.microsoft.com/office/drawing/2014/main" id="{FF676559-817D-4319-AB1D-BE4D98C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A97E434-5826-48C8-BCD9-5724BD84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5EA8F0D6-D837-4A85-AFAC-9289485A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160732-17F4-4025-9A4C-587DFEAC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B25130-E997-4DED-B36B-5E2467D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C7F43D-D9B3-46DC-9F45-4E1EA733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945B53-6A50-45DF-8781-FABC581F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7140B5-CD31-480B-BC7A-A5D0F1B2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927E9C-9A97-4859-8E69-3FA37EC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BC4476-9795-4D2E-A5F9-3C4141D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59C35C-0D6E-443B-9A29-5800711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02FE67-44C8-4A14-AF59-855482A9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2237994"/>
            <a:ext cx="15337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1FC032-3CE5-41C7-A240-2D0E768C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CF9ECB-543D-4931-8E27-374017F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23DF94-B1C0-4C81-9851-6AEFF77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237994"/>
            <a:ext cx="30675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125F1B-1A28-4FF3-9199-FB5EAF24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712F55-2178-4973-B8E3-582F2FB8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2865EE-BAB7-4EFF-9D52-DFAFDD02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652974-CF97-4FED-8DC3-75417140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2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C15C98-07A7-4657-A6BB-7FF2F14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DE83F3-16E7-46F4-BC3E-3E49408C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4228719"/>
            <a:ext cx="1150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1D0897-357B-4420-9DA2-A66C389A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76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616666-87A4-4207-B2A0-6AF39A6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2B43F3-1571-4430-B56D-AE2416E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DCF47F-65C4-4324-A0FF-A8842AAC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550D25-8BD8-4521-9567-817F7565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D88834-4B90-4F77-8A14-E68D36BC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464973-39B4-4B17-9A7D-F6748494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98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6A067D-6AA0-4767-A88D-00EB6FFA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784E23-6FB6-4163-B46D-8BC225E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0F9970-8589-4BC0-96F3-6AC467C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9C18C8-DC49-461A-9316-E8545F20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D03CA9-76C6-48CA-8114-52750CE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42B6B1-A134-447B-9D2F-F8168D7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13F7C1-E469-4235-BC65-4A9E21E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9C1C1F-00B2-4B62-A2E6-9767930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21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CE4858-D96C-48FC-BFA2-E378A093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91D194-8F57-4991-A89C-20F65851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E8B5B3-1145-4A1C-A204-C24A7A24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2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DA0780-B76E-4205-A12E-D9724CA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B4D6060-D271-47E5-A230-16160287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DD46CD-DB28-4DF5-8D7A-F430EDD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CC865E-6ECA-4190-A2BF-87B46684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E2B146-DCF5-461C-BFF1-BC278E03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B44D2C-DAAF-40B9-B796-4985D548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D95EE2-CA65-4B32-97EC-BBCE6996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383656-2F13-4595-B280-2B891460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9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FD0A57-A1A7-4F35-8421-503AC639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4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90F941-B7DD-45FF-8BF2-1E56F22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4228719"/>
            <a:ext cx="7668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50502E-5E78-40C2-BE13-2EF63C7C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290764-7394-4A44-887C-898A939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8CB1C7-0F03-472F-ABD4-02FE833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EC0A21-F1C1-40B6-966A-719456E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2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ECCF3A-58BC-4C62-B05C-B88888D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C53C8E-FA32-4300-95E4-CF23F2D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92A102-DD49-4747-AC45-9246753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857B00-3E22-4BC3-AC5F-484A1D18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AE1691-FC2E-4854-AFC3-AE6CFDD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913D70-ADDD-4313-BAFB-B2F3419A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5D02E0-769B-4EF6-837E-246BB63B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94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C9F157-F09F-4CC3-B4B8-FC6B1903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876740-B36A-45CB-9BE7-71052C0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2C6086-080F-4469-AFB6-4FCA9F5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A1D378-ED45-485D-A8F4-9C381455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02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399628-BAC7-410D-9C91-DB66EC15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0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48CFC5-54CA-4C74-944B-96418D7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AB0198-B76C-44DB-9733-A6523AA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4228719"/>
            <a:ext cx="575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431C14-1759-43E2-88F0-DBAD1B01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06AE30-6A6D-434A-9E1F-512011D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F3845B-794B-4AE5-AA63-67DEAC2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36B9B2-04E3-432D-857D-30E5B77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4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099E6E-EC29-4FA0-906A-483905B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15E5EC-51A6-4515-9A20-6F63F3D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68" y="4228719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F56886-95DD-4635-9AB7-5220574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344661-F2CF-4D41-8BF9-0C412838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6AEDBF-977A-4253-93CA-5F3CBC47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30A47A-4835-4051-AAC4-584A921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B729BFD-55AD-4A5E-A346-DC451BED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47D7F1-5B04-44AD-8A02-B4F8D6D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37" y="2237994"/>
            <a:ext cx="1917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DBC5F3-27D8-4D0B-9EAF-1CEFCA3D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5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46F7D0-599A-4493-B8E3-22876C7A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2F2FA0-13CA-45E2-8E9F-903568C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E48424-D59E-4BDB-8F5B-4974244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87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D36A52-78FD-4D40-A1FC-8F4A272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B75B2C-A3CA-48C1-B184-E39C159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BA4884-406C-413C-9207-397B2F7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C04400-604A-448A-B557-3B25AD23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16" y="2237994"/>
            <a:ext cx="383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58F825-6689-4FBA-9DF8-6981FD97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76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-n-c1229d94">
            <a:extLst xmlns:a="http://schemas.openxmlformats.org/drawingml/2006/main">
              <a:ext uri="{FF2B5EF4-FFF2-40B4-BE49-F238E27FC236}">
                <a16:creationId xmlns:a16="http://schemas.microsoft.com/office/drawing/2014/main" id="{44342F61-2EB4-4F68-A61E-549832C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9" y="1123950"/>
            <a:ext cx="299086" cy="304800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광산안전사무소</a:t>
            </a:r>
          </a:p>
        </p:txBody>
      </p:sp>
      <p:sp>
        <p:nvSpPr>
          <p:cNvPr id="90" name="조직-n-a3204a77">
            <a:extLst xmlns:a="http://schemas.openxmlformats.org/drawingml/2006/main">
              <a:ext uri="{FF2B5EF4-FFF2-40B4-BE49-F238E27FC236}">
                <a16:creationId xmlns:a16="http://schemas.microsoft.com/office/drawing/2014/main" id="{8986F08F-0FA7-4A4B-84EF-29DFAFF2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51" y="1123950"/>
            <a:ext cx="598172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광업등록사무소</a:t>
            </a:r>
          </a:p>
        </p:txBody>
      </p:sp>
      <p:sp>
        <p:nvSpPr>
          <p:cNvPr id="91" name="조직-n-759509e9">
            <a:extLst xmlns:a="http://schemas.openxmlformats.org/drawingml/2006/main">
              <a:ext uri="{FF2B5EF4-FFF2-40B4-BE49-F238E27FC236}">
                <a16:creationId xmlns:a16="http://schemas.microsoft.com/office/drawing/2014/main" id="{EFF7B4EB-3414-417C-859E-85A8EE4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0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2" name="조직-n-616fc3ff">
            <a:extLst xmlns:a="http://schemas.openxmlformats.org/drawingml/2006/main">
              <a:ext uri="{FF2B5EF4-FFF2-40B4-BE49-F238E27FC236}">
                <a16:creationId xmlns:a16="http://schemas.microsoft.com/office/drawing/2014/main" id="{D791A99A-0103-4199-99F9-49CA271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54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3" name="조직-n-e6b88efc">
            <a:extLst xmlns:a="http://schemas.openxmlformats.org/drawingml/2006/main">
              <a:ext uri="{FF2B5EF4-FFF2-40B4-BE49-F238E27FC236}">
                <a16:creationId xmlns:a16="http://schemas.microsoft.com/office/drawing/2014/main" id="{A29F51F7-6276-4858-9DCA-3ED0494E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263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47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국가기술표준원 (가)(연)</a:t>
            </a:r>
          </a:p>
        </p:txBody>
      </p:sp>
      <p:sp>
        <p:nvSpPr>
          <p:cNvPr id="94" name="조직-n-a057583d">
            <a:extLst xmlns:a="http://schemas.openxmlformats.org/drawingml/2006/main">
              <a:ext uri="{FF2B5EF4-FFF2-40B4-BE49-F238E27FC236}">
                <a16:creationId xmlns:a16="http://schemas.microsoft.com/office/drawing/2014/main" id="{DB92C26F-CFA2-47E6-923B-EF9D5EE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15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62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기술규제대응국 (나)(연)</a:t>
            </a:r>
          </a:p>
        </p:txBody>
      </p:sp>
      <p:sp>
        <p:nvSpPr>
          <p:cNvPr id="95" name="조직-n-b45aa9c1">
            <a:extLst xmlns:a="http://schemas.openxmlformats.org/drawingml/2006/main">
              <a:ext uri="{FF2B5EF4-FFF2-40B4-BE49-F238E27FC236}">
                <a16:creationId xmlns:a16="http://schemas.microsoft.com/office/drawing/2014/main" id="{999EEBAE-162D-45E5-ABD2-B2D78B0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9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6" name="조직-n-a52643ee">
            <a:extLst xmlns:a="http://schemas.openxmlformats.org/drawingml/2006/main">
              <a:ext uri="{FF2B5EF4-FFF2-40B4-BE49-F238E27FC236}">
                <a16:creationId xmlns:a16="http://schemas.microsoft.com/office/drawing/2014/main" id="{DFFBF834-E0DC-45E0-A7A6-05A92B3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24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7" name="조직-n-9c1ef6bd">
            <a:extLst xmlns:a="http://schemas.openxmlformats.org/drawingml/2006/main">
              <a:ext uri="{FF2B5EF4-FFF2-40B4-BE49-F238E27FC236}">
                <a16:creationId xmlns:a16="http://schemas.microsoft.com/office/drawing/2014/main" id="{8A84C7F0-6382-4575-8281-9EA354B5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8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8" name="조직-n-5e33050e">
            <a:extLst xmlns:a="http://schemas.openxmlformats.org/drawingml/2006/main">
              <a:ext uri="{FF2B5EF4-FFF2-40B4-BE49-F238E27FC236}">
                <a16:creationId xmlns:a16="http://schemas.microsoft.com/office/drawing/2014/main" id="{E8C25B12-CAF0-4CB2-8944-E9058AC6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2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9" name="조직-n-3f5f536f">
            <a:extLst xmlns:a="http://schemas.openxmlformats.org/drawingml/2006/main">
              <a:ext uri="{FF2B5EF4-FFF2-40B4-BE49-F238E27FC236}">
                <a16:creationId xmlns:a16="http://schemas.microsoft.com/office/drawing/2014/main" id="{A146FD42-FADD-40AE-B5F5-07093708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97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적합성정책국 (나)(연)</a:t>
            </a:r>
          </a:p>
        </p:txBody>
      </p:sp>
      <p:sp>
        <p:nvSpPr>
          <p:cNvPr id="100" name="조직-n-1567946c">
            <a:extLst xmlns:a="http://schemas.openxmlformats.org/drawingml/2006/main">
              <a:ext uri="{FF2B5EF4-FFF2-40B4-BE49-F238E27FC236}">
                <a16:creationId xmlns:a16="http://schemas.microsoft.com/office/drawing/2014/main" id="{E52215AD-E75D-4AB5-9D3F-F314E2CE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57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1" name="조직-n-46f6e0ac">
            <a:extLst xmlns:a="http://schemas.openxmlformats.org/drawingml/2006/main">
              <a:ext uri="{FF2B5EF4-FFF2-40B4-BE49-F238E27FC236}">
                <a16:creationId xmlns:a16="http://schemas.microsoft.com/office/drawing/2014/main" id="{D1B342CB-1C34-4AD0-B876-F41C8F4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01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2" name="조직-n-f0e018a2">
            <a:extLst xmlns:a="http://schemas.openxmlformats.org/drawingml/2006/main">
              <a:ext uri="{FF2B5EF4-FFF2-40B4-BE49-F238E27FC236}">
                <a16:creationId xmlns:a16="http://schemas.microsoft.com/office/drawing/2014/main" id="{DCB3A896-7DE1-4768-A037-1F0686F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58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3" name="조직-n-2215f645">
            <a:extLst xmlns:a="http://schemas.openxmlformats.org/drawingml/2006/main">
              <a:ext uri="{FF2B5EF4-FFF2-40B4-BE49-F238E27FC236}">
                <a16:creationId xmlns:a16="http://schemas.microsoft.com/office/drawing/2014/main" id="{EFBE070C-70F5-4238-B002-DC60AB00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0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4" name="조직-n-b97330b6">
            <a:extLst xmlns:a="http://schemas.openxmlformats.org/drawingml/2006/main">
              <a:ext uri="{FF2B5EF4-FFF2-40B4-BE49-F238E27FC236}">
                <a16:creationId xmlns:a16="http://schemas.microsoft.com/office/drawing/2014/main" id="{7253D586-0337-46A2-9C37-B9FDDEB7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985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62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제품안전정책국 (나)(연)</a:t>
            </a:r>
          </a:p>
        </p:txBody>
      </p:sp>
      <p:sp>
        <p:nvSpPr>
          <p:cNvPr id="105" name="조직-n-dbb2c158">
            <a:extLst xmlns:a="http://schemas.openxmlformats.org/drawingml/2006/main">
              <a:ext uri="{FF2B5EF4-FFF2-40B4-BE49-F238E27FC236}">
                <a16:creationId xmlns:a16="http://schemas.microsoft.com/office/drawing/2014/main" id="{FCDCE0D8-8CD0-4B25-9395-D983B34D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45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6" name="조직-n-d4aef750">
            <a:extLst xmlns:a="http://schemas.openxmlformats.org/drawingml/2006/main">
              <a:ext uri="{FF2B5EF4-FFF2-40B4-BE49-F238E27FC236}">
                <a16:creationId xmlns:a16="http://schemas.microsoft.com/office/drawing/2014/main" id="{256A7E47-950B-4339-BA80-BC2A40BC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78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7" name="조직-n-3d1b1d9a">
            <a:extLst xmlns:a="http://schemas.openxmlformats.org/drawingml/2006/main">
              <a:ext uri="{FF2B5EF4-FFF2-40B4-BE49-F238E27FC236}">
                <a16:creationId xmlns:a16="http://schemas.microsoft.com/office/drawing/2014/main" id="{EE0E9D0B-028F-4311-98E8-D7E6D24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232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8" name="조직-n-5dcf1760">
            <a:extLst xmlns:a="http://schemas.openxmlformats.org/drawingml/2006/main">
              <a:ext uri="{FF2B5EF4-FFF2-40B4-BE49-F238E27FC236}">
                <a16:creationId xmlns:a16="http://schemas.microsoft.com/office/drawing/2014/main" id="{D7D8BE66-58DF-4309-A8E4-63680AC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676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9" name="조직-n-2a757599">
            <a:extLst xmlns:a="http://schemas.openxmlformats.org/drawingml/2006/main">
              <a:ext uri="{FF2B5EF4-FFF2-40B4-BE49-F238E27FC236}">
                <a16:creationId xmlns:a16="http://schemas.microsoft.com/office/drawing/2014/main" id="{DC5F48FE-62BE-4D4D-A299-D3A81E9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119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0" name="조직-n-c5a8d322">
            <a:extLst xmlns:a="http://schemas.openxmlformats.org/drawingml/2006/main">
              <a:ext uri="{FF2B5EF4-FFF2-40B4-BE49-F238E27FC236}">
                <a16:creationId xmlns:a16="http://schemas.microsoft.com/office/drawing/2014/main" id="{98C96234-6EC0-4CA1-B8BB-F492F911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6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표준정책국 (나)(연)</a:t>
            </a:r>
          </a:p>
        </p:txBody>
      </p:sp>
      <p:sp>
        <p:nvSpPr>
          <p:cNvPr id="111" name="조직-n-cda079ba">
            <a:extLst xmlns:a="http://schemas.openxmlformats.org/drawingml/2006/main">
              <a:ext uri="{FF2B5EF4-FFF2-40B4-BE49-F238E27FC236}">
                <a16:creationId xmlns:a16="http://schemas.microsoft.com/office/drawing/2014/main" id="{5D1FC4A0-454D-4DC8-8086-00317A8D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563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2" name="조직-n-4f5320c8">
            <a:extLst xmlns:a="http://schemas.openxmlformats.org/drawingml/2006/main">
              <a:ext uri="{FF2B5EF4-FFF2-40B4-BE49-F238E27FC236}">
                <a16:creationId xmlns:a16="http://schemas.microsoft.com/office/drawing/2014/main" id="{01A38DD0-0BE2-4D45-86C7-EB449D3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0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81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3" name="조직-n-c177b0d8">
            <a:extLst xmlns:a="http://schemas.openxmlformats.org/drawingml/2006/main">
              <a:ext uri="{FF2B5EF4-FFF2-40B4-BE49-F238E27FC236}">
                <a16:creationId xmlns:a16="http://schemas.microsoft.com/office/drawing/2014/main" id="{A950CE76-063E-49F6-B40B-1A0F919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450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4" name="조직-n-244ef820">
            <a:extLst xmlns:a="http://schemas.openxmlformats.org/drawingml/2006/main">
              <a:ext uri="{FF2B5EF4-FFF2-40B4-BE49-F238E27FC236}">
                <a16:creationId xmlns:a16="http://schemas.microsoft.com/office/drawing/2014/main" id="{03A3DD5A-C74B-4D77-A1B7-92A66BBE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9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864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5" name="조직-n-91f75eb5">
            <a:extLst xmlns:a="http://schemas.openxmlformats.org/drawingml/2006/main">
              <a:ext uri="{FF2B5EF4-FFF2-40B4-BE49-F238E27FC236}">
                <a16:creationId xmlns:a16="http://schemas.microsoft.com/office/drawing/2014/main" id="{4089D39E-F056-41E1-A16D-F3A351D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337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6" name="조직-n-cbee38b4">
            <a:extLst xmlns:a="http://schemas.openxmlformats.org/drawingml/2006/main">
              <a:ext uri="{FF2B5EF4-FFF2-40B4-BE49-F238E27FC236}">
                <a16:creationId xmlns:a16="http://schemas.microsoft.com/office/drawing/2014/main" id="{02D7987D-3DA0-48AD-B349-70EFC206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81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7" name="조직-n-36a65f05">
            <a:extLst xmlns:a="http://schemas.openxmlformats.org/drawingml/2006/main">
              <a:ext uri="{FF2B5EF4-FFF2-40B4-BE49-F238E27FC236}">
                <a16:creationId xmlns:a16="http://schemas.microsoft.com/office/drawing/2014/main" id="{846F4EA0-CDAD-4651-A7B3-014E305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224" y="5105400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8" name="조직-n-0745146f">
            <a:extLst xmlns:a="http://schemas.openxmlformats.org/drawingml/2006/main">
              <a:ext uri="{FF2B5EF4-FFF2-40B4-BE49-F238E27FC236}">
                <a16:creationId xmlns:a16="http://schemas.microsoft.com/office/drawing/2014/main" id="{C1E61279-A8D9-41FE-8626-70970FC1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688" y="1123950"/>
            <a:ext cx="897258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군산자유무역지역관리원</a:t>
            </a:r>
          </a:p>
        </p:txBody>
      </p:sp>
      <p:sp>
        <p:nvSpPr>
          <p:cNvPr id="119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BB1BE7B9-BD79-438B-9D21-91BF741A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68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0" name="조직-n-04896d8a">
            <a:extLst xmlns:a="http://schemas.openxmlformats.org/drawingml/2006/main">
              <a:ext uri="{FF2B5EF4-FFF2-40B4-BE49-F238E27FC236}">
                <a16:creationId xmlns:a16="http://schemas.microsoft.com/office/drawing/2014/main" id="{24F847CD-E678-4779-8263-0E41E748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111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1" name="조직-n-0236fd77">
            <a:extLst xmlns:a="http://schemas.openxmlformats.org/drawingml/2006/main">
              <a:ext uri="{FF2B5EF4-FFF2-40B4-BE49-F238E27FC236}">
                <a16:creationId xmlns:a16="http://schemas.microsoft.com/office/drawing/2014/main" id="{BDB81623-0BBB-4607-AECB-DF131BE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555" y="3114675"/>
            <a:ext cx="268410" cy="1257300"/>
          </a:xfrm>
          <a:prstGeom xmlns:a="http://schemas.openxmlformats.org/drawingml/2006/main" prst="roundRect">
            <a:avLst>
              <a:gd name="adj" fmla="val 354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6F9050-16D7-4D6E-8A22-C9B1F00F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2DC70908-FCCE-4F9A-AD8B-8E3B0D9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BB5B6B-6261-4EE8-86C3-53ABA8E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2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7D4A5384-B10A-4F01-9480-53E833AF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800076-3585-4CCE-8C9D-4BFB1E98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127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13EA8FE1-395E-4D69-BF42-386E1055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128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7D8BC468-4884-48D3-98F6-82BBACF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8E3F3300-4933-4195-B69E-DEA86C14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30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D7CED37F-ABB2-432F-86B2-82B818C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31" name="쪽번호">
            <a:extLst xmlns:a="http://schemas.openxmlformats.org/drawingml/2006/main">
              <a:ext uri="{FF2B5EF4-FFF2-40B4-BE49-F238E27FC236}">
                <a16:creationId xmlns:a16="http://schemas.microsoft.com/office/drawing/2014/main" id="{9468C5F9-1D1F-4E2C-9E52-AB2C1F4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201316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기관명">
            <a:extLst xmlns:a="http://schemas.openxmlformats.org/drawingml/2006/main">
              <a:ext uri="{FF2B5EF4-FFF2-40B4-BE49-F238E27FC236}">
                <a16:creationId xmlns:a16="http://schemas.microsoft.com/office/drawing/2014/main" id="{96223004-9A1F-404A-BCB0-E1A333CE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3586A1C4-165A-4827-A6A2-4B458F8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E127E693-1D02-4EA9-84C4-30E8C87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C7F94C-5451-42B2-9923-E7F9A8E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96D5EE-48E2-4E47-9641-03F6847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F9FCC7-4712-4D5C-8AAD-8C5697D1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CA95DB-8416-4906-9970-03884F2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A2E9CF-6375-48E2-9E3F-C1C5FBA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34229F-0C1B-4AE9-AF7C-DA9C461F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34301A-8178-4771-807E-C0A48F43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-n-5e4ce433">
            <a:extLst xmlns:a="http://schemas.openxmlformats.org/drawingml/2006/main">
              <a:ext uri="{FF2B5EF4-FFF2-40B4-BE49-F238E27FC236}">
                <a16:creationId xmlns:a16="http://schemas.microsoft.com/office/drawing/2014/main" id="{0EEAEE9A-8A81-41ED-9269-671469A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633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김제자유무역지역관리원</a:t>
            </a:r>
          </a:p>
        </p:txBody>
      </p:sp>
      <p:sp>
        <p:nvSpPr>
          <p:cNvPr id="12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C3935B68-B243-4100-9864-49235BBA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10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 (연)</a:t>
            </a:r>
          </a:p>
        </p:txBody>
      </p:sp>
      <p:sp>
        <p:nvSpPr>
          <p:cNvPr id="13" name="조직-n-04896d8a">
            <a:extLst xmlns:a="http://schemas.openxmlformats.org/drawingml/2006/main">
              <a:ext uri="{FF2B5EF4-FFF2-40B4-BE49-F238E27FC236}">
                <a16:creationId xmlns:a16="http://schemas.microsoft.com/office/drawing/2014/main" id="{9D7D038E-B374-4E01-8E39-B400332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6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수출산업과 (연)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DD3A05-ECBB-46E0-BAAA-3E1E72AD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D4500092-73C8-43F2-B5AC-C6F6748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8A3E73-5A08-4675-9851-CE03BF8D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7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336D088-2B6E-4889-9C61-23A7C09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A2847E-0F33-42E7-A87A-8444667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19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913BFFDF-6FB8-48AD-A304-9E11B07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2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D7EB31EB-C47D-4D9E-9A0A-E9DFE10B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23E579FF-86C1-429D-84F9-4C710F2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9BE66D41-25BC-4527-A7C0-C086A88D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23" name="쪽번호">
            <a:extLst xmlns:a="http://schemas.openxmlformats.org/drawingml/2006/main">
              <a:ext uri="{FF2B5EF4-FFF2-40B4-BE49-F238E27FC236}">
                <a16:creationId xmlns:a16="http://schemas.microsoft.com/office/drawing/2014/main" id="{D3C2607B-5012-4F42-ACB9-99A5411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418949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기관명">
            <a:extLst xmlns:a="http://schemas.openxmlformats.org/drawingml/2006/main">
              <a:ext uri="{FF2B5EF4-FFF2-40B4-BE49-F238E27FC236}">
                <a16:creationId xmlns:a16="http://schemas.microsoft.com/office/drawing/2014/main" id="{358090BD-A8C6-410C-98E8-E6E881A1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D88A962D-9BA9-4518-AC07-160E6AF0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A78F64D5-B643-4D88-AB44-54BE2274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D9E7C6-25EB-484B-9060-AAB141C2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3CD582-AC97-4021-B6DB-12333F4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A40D05-9E5F-4ED6-B2EB-31DB95C1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1AF50A-0DD6-4D24-8B1B-07FF39E3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9C6A1E-C7D3-4585-A7B2-D063571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7F12A7-0A4A-40E2-AC7E-F6FF05F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A35ACE-C0E9-4A28-BA42-1E1AE0E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-n-5758a2b7">
            <a:extLst xmlns:a="http://schemas.openxmlformats.org/drawingml/2006/main">
              <a:ext uri="{FF2B5EF4-FFF2-40B4-BE49-F238E27FC236}">
                <a16:creationId xmlns:a16="http://schemas.microsoft.com/office/drawing/2014/main" id="{C67E38F0-BD17-466F-8EBE-E7F8575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633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대불자유무역지역관리원</a:t>
            </a:r>
          </a:p>
        </p:txBody>
      </p:sp>
      <p:sp>
        <p:nvSpPr>
          <p:cNvPr id="12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A1EA506C-A5AF-4850-8A73-F9D358B8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10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 (연)</a:t>
            </a:r>
          </a:p>
        </p:txBody>
      </p:sp>
      <p:sp>
        <p:nvSpPr>
          <p:cNvPr id="13" name="조직-n-04896d8a">
            <a:extLst xmlns:a="http://schemas.openxmlformats.org/drawingml/2006/main">
              <a:ext uri="{FF2B5EF4-FFF2-40B4-BE49-F238E27FC236}">
                <a16:creationId xmlns:a16="http://schemas.microsoft.com/office/drawing/2014/main" id="{81ECB75F-195F-49B4-A3B9-771D72FB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6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수출산업과 (연)</a:t>
            </a:r>
          </a:p>
        </p:txBody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052722-B0CD-457C-8CFB-977B0EB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7A033842-48DA-4744-A463-54BA5E3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FA6B1F-A3ED-4AB6-ABEB-A9414E7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7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39EBECB9-FCC5-4CBB-A18F-D1C4F20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68C8C1-2627-4000-9FC4-10D5022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19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CB6A6D34-0715-4969-B678-8EFD5A56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2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C256F710-1179-407D-B09A-B2B15FEB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C3A685A9-F021-4097-96E2-8AB04FF3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C755C692-6A9B-4A19-BA30-1CE84D1D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23" name="쪽번호">
            <a:extLst xmlns:a="http://schemas.openxmlformats.org/drawingml/2006/main">
              <a:ext uri="{FF2B5EF4-FFF2-40B4-BE49-F238E27FC236}">
                <a16:creationId xmlns:a16="http://schemas.microsoft.com/office/drawing/2014/main" id="{30327451-6AFC-4A73-AD6D-6E101A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124893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기관명">
            <a:extLst xmlns:a="http://schemas.openxmlformats.org/drawingml/2006/main">
              <a:ext uri="{FF2B5EF4-FFF2-40B4-BE49-F238E27FC236}">
                <a16:creationId xmlns:a16="http://schemas.microsoft.com/office/drawing/2014/main" id="{AF93B320-A41A-48F7-9420-154C5B4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787EA1B5-EED0-4384-A0D4-90AF1D5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FD9A9506-B464-4A82-86EE-54888D64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B818F2-18A0-43B9-99E6-517BFC8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4775BE-41FD-4320-B9AC-EB194D2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48642F-8F01-4E7C-A83F-3DD4649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2237994"/>
            <a:ext cx="3323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EA10C3-8740-4A03-BF5E-82F8BBD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D55D67-1F61-4DC4-8E3B-BC31ED9E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096FEE-98BA-4EF5-8F8D-6D1CB158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C1B7B7-AF63-4695-87C0-D265CF7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4E1FCB-A95B-448B-914C-631F1F75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323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90290A-E377-4201-9A64-1E5E7C6F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-n-cdf96cc7">
            <a:extLst xmlns:a="http://schemas.openxmlformats.org/drawingml/2006/main">
              <a:ext uri="{FF2B5EF4-FFF2-40B4-BE49-F238E27FC236}">
                <a16:creationId xmlns:a16="http://schemas.microsoft.com/office/drawing/2014/main" id="{09C04D28-EE8A-4EC5-8396-BF54C4D9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633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마산자유무역지역관리원</a:t>
            </a:r>
          </a:p>
        </p:txBody>
      </p:sp>
      <p:sp>
        <p:nvSpPr>
          <p:cNvPr id="14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00EA1305-F1CD-45A3-AEE8-511FEB8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716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 (연)</a:t>
            </a:r>
          </a:p>
        </p:txBody>
      </p:sp>
      <p:sp>
        <p:nvSpPr>
          <p:cNvPr id="15" name="조직-n-04896d8a">
            <a:extLst xmlns:a="http://schemas.openxmlformats.org/drawingml/2006/main">
              <a:ext uri="{FF2B5EF4-FFF2-40B4-BE49-F238E27FC236}">
                <a16:creationId xmlns:a16="http://schemas.microsoft.com/office/drawing/2014/main" id="{7001FB91-B510-42BE-B8E9-30B58AA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7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수출산업과 (연)</a:t>
            </a:r>
          </a:p>
        </p:txBody>
      </p:sp>
      <p:sp>
        <p:nvSpPr>
          <p:cNvPr id="16" name="조직-n-25cb5524">
            <a:extLst xmlns:a="http://schemas.openxmlformats.org/drawingml/2006/main">
              <a:ext uri="{FF2B5EF4-FFF2-40B4-BE49-F238E27FC236}">
                <a16:creationId xmlns:a16="http://schemas.microsoft.com/office/drawing/2014/main" id="{FD711113-4DF8-4F06-BE8B-537F846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25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투자홍보과 (연)</a:t>
            </a:r>
          </a:p>
        </p:txBody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70EF09-9541-4931-BDFC-E09F592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8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BB8B04B4-1358-4F64-A97E-34A0380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3E28A5-E559-4EDD-89A8-6C3771D5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0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CAF9951-B24B-4355-95B9-7ECF87A1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7F4D40-883E-415B-8252-A42F53F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22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6DFA58E0-C011-418F-9263-74A1E92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23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B1A3ADEA-A74B-4B20-9C4C-E9998C0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B5EAD867-AF02-4F40-B5CE-755A8A1D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5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2E2658F2-ABFC-4EE8-B418-D8056E4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26" name="쪽번호">
            <a:extLst xmlns:a="http://schemas.openxmlformats.org/drawingml/2006/main">
              <a:ext uri="{FF2B5EF4-FFF2-40B4-BE49-F238E27FC236}">
                <a16:creationId xmlns:a16="http://schemas.microsoft.com/office/drawing/2014/main" id="{BD0324C6-99A7-47B0-8D81-71C09B78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989641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기관명">
            <a:extLst xmlns:a="http://schemas.openxmlformats.org/drawingml/2006/main">
              <a:ext uri="{FF2B5EF4-FFF2-40B4-BE49-F238E27FC236}">
                <a16:creationId xmlns:a16="http://schemas.microsoft.com/office/drawing/2014/main" id="{CAF0398E-134B-4382-8573-F154550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3EE2C6E4-7179-4033-BD91-2647C94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(5)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03EA2285-E334-473C-9272-71C93D14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2026.07.24.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74C72B3-5742-46AB-81CB-9EDEE34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CC7D39-7AB2-4687-9A9C-E11EFF5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5229F5-EC58-4420-8BAB-6CA5FC1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1AF003-B60F-48DC-B65C-F28FE9EC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0D0441-24D7-4C85-ACD5-D1325F4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D544B2-ECAD-4863-A76B-EB991D06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2E6440-DF24-4AD8-9AF9-AA7021C6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-n-8a88bad7">
            <a:extLst xmlns:a="http://schemas.openxmlformats.org/drawingml/2006/main">
              <a:ext uri="{FF2B5EF4-FFF2-40B4-BE49-F238E27FC236}">
                <a16:creationId xmlns:a16="http://schemas.microsoft.com/office/drawing/2014/main" id="{DDA06541-6451-4A1E-9A5B-F40E39B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250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울산자유무역지역관리원</a:t>
            </a:r>
          </a:p>
        </p:txBody>
      </p:sp>
      <p:sp>
        <p:nvSpPr>
          <p:cNvPr id="12" name="조직-n-c6d6f16f">
            <a:extLst xmlns:a="http://schemas.openxmlformats.org/drawingml/2006/main">
              <a:ext uri="{FF2B5EF4-FFF2-40B4-BE49-F238E27FC236}">
                <a16:creationId xmlns:a16="http://schemas.microsoft.com/office/drawing/2014/main" id="{E99667C7-BE77-41A7-AA48-E1F40472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9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관리과 (연)</a:t>
            </a:r>
          </a:p>
        </p:txBody>
      </p:sp>
      <p:sp>
        <p:nvSpPr>
          <p:cNvPr id="13" name="조직-n-04896d8a">
            <a:extLst xmlns:a="http://schemas.openxmlformats.org/drawingml/2006/main">
              <a:ext uri="{FF2B5EF4-FFF2-40B4-BE49-F238E27FC236}">
                <a16:creationId xmlns:a16="http://schemas.microsoft.com/office/drawing/2014/main" id="{A3FAAD56-44A9-47B9-B3E1-E9FE76E7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7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수출산업과 (연)</a:t>
            </a:r>
          </a:p>
        </p:txBody>
      </p:sp>
      <p:sp>
        <p:nvSpPr>
          <p:cNvPr id="14" name="조직-n-8e880c47">
            <a:extLst xmlns:a="http://schemas.openxmlformats.org/drawingml/2006/main">
              <a:ext uri="{FF2B5EF4-FFF2-40B4-BE49-F238E27FC236}">
                <a16:creationId xmlns:a16="http://schemas.microsoft.com/office/drawing/2014/main" id="{867F2AA3-43CC-4C79-9475-433D25D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640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자유무역지역관리원</a:t>
            </a:r>
          </a:p>
        </p:txBody>
      </p:sp>
      <p:sp>
        <p:nvSpPr>
          <p:cNvPr id="15" name="조직-n-27669d50">
            <a:extLst xmlns:a="http://schemas.openxmlformats.org/drawingml/2006/main">
              <a:ext uri="{FF2B5EF4-FFF2-40B4-BE49-F238E27FC236}">
                <a16:creationId xmlns:a16="http://schemas.microsoft.com/office/drawing/2014/main" id="{6447FCF6-7C96-45A1-A7B2-F8F3085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23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경제자유구역기획단 (나)</a:t>
            </a:r>
          </a:p>
        </p:txBody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536F75-E1CC-48B2-9B70-EEBA980B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519B1B7C-6EC5-48B4-A5C4-BF3B785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5E26C6-9985-449B-831B-F71ADBE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AD64A94D-8CFC-44B2-8144-D6E74FE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CC2739-9419-4DEE-973B-6E19DDD6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EA8"/>
            </a:solidFill>
            <a:prstDash val="dash"/>
          </a:ln>
        </p:spPr>
      </p:sp>
      <p:sp>
        <p:nvSpPr>
          <p:cNvPr id="21" name="범례-소관">
            <a:extLst xmlns:a="http://schemas.openxmlformats.org/drawingml/2006/main">
              <a:ext uri="{FF2B5EF4-FFF2-40B4-BE49-F238E27FC236}">
                <a16:creationId xmlns:a16="http://schemas.microsoft.com/office/drawing/2014/main" id="{8178F4AE-F663-4516-9A74-923AC6B0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소관 묶음</a:t>
            </a:r>
          </a:p>
        </p:txBody>
      </p:sp>
      <p:sp>
        <p:nvSpPr>
          <p:cNvPr id="22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E81B164F-0033-4E65-AF9D-511D78F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DF47F0E6-91F3-487A-A481-5EBCC3E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4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039A9C37-FA57-4E7A-BBEF-7F175AD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553200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25" name="쪽번호">
            <a:extLst xmlns:a="http://schemas.openxmlformats.org/drawingml/2006/main">
              <a:ext uri="{FF2B5EF4-FFF2-40B4-BE49-F238E27FC236}">
                <a16:creationId xmlns:a16="http://schemas.microsoft.com/office/drawing/2014/main" id="{83853E20-1655-4B5C-930A-D537F0E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09826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2026-07-24T21:33:20.3710000Z</dcterms:created>
  <dcterms:modified xsi:type="dcterms:W3CDTF">2026-07-24T21:33:20.3710000Z</dcterms:modified>
</coreProperties>
</file>